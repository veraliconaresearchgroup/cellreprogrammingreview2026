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36576000" cy="2057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1"/>
    <p:restoredTop sz="94658"/>
  </p:normalViewPr>
  <p:slideViewPr>
    <p:cSldViewPr snapToGrid="0">
      <p:cViewPr varScale="1">
        <p:scale>
          <a:sx n="40" d="100"/>
          <a:sy n="40" d="100"/>
        </p:scale>
        <p:origin x="11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3B4F4C-B4D9-2D40-9948-380933CD11C7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9ABE2-CACF-DA4E-A482-63201E652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826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1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Figure 1. Four reprogramming modalities as instances of one inverse-intervention problem on a shared cell-state landscape.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Each panel depicts the same epigenetic landscape with a different source distribution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ar-AE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target distribution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ar-AE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intervention class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𝒰</m:t>
                    </m:r>
                  </m:oMath>
                </a14:m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and feasibility penalty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e>
                    </m:d>
                  </m:oMath>
                </a14:m>
                <a:r>
                  <a:rPr lang="ar-AE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shared computational template above the panels is instantiated separately by (A) pluripotency induction, (B) directed differentiation, (C) transdifferentiation, and (D) phenotype reprogramming.</a:t>
                </a:r>
              </a:p>
              <a:p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1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Figure 1. Four reprogramming modalities as instances of one inverse-intervention problem on a shared cell-state landscape.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Each panel depicts the same epigenetic landscape with a different source distribution 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𝑃_𝑆</a:t>
                </a:r>
                <a:r>
                  <a:rPr lang="ar-AE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target distribution 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𝑃_𝑇</a:t>
                </a:r>
                <a:r>
                  <a:rPr lang="ar-AE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intervention class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𝑢∈𝒰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and feasibility penalty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(𝑢)</a:t>
                </a:r>
                <a:r>
                  <a:rPr lang="ar-AE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shared computational template above the panels is instantiated separately by (A) pluripotency induction, (B) directed differentiation, (C) transdifferentiation, and (D) phenotype reprogramming.</a:t>
                </a:r>
              </a:p>
              <a:p>
                <a:br>
                  <a:rPr lang="en-US" dirty="0"/>
                </a:b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9ABE2-CACF-DA4E-A482-63201E652A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541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</p:spPr>
        <p:txBody>
          <a:bodyPr anchor="b"/>
          <a:lstStyle>
            <a:lvl1pPr algn="ctr"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6B276-32F6-C047-8C3C-2D3C4F1668E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E230E-EE4A-C643-ACA6-C3F2E44F6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9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6B276-32F6-C047-8C3C-2D3C4F1668E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E230E-EE4A-C643-ACA6-C3F2E44F6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0" y="5129215"/>
            <a:ext cx="31546800" cy="8558211"/>
          </a:xfrm>
        </p:spPr>
        <p:txBody>
          <a:bodyPr anchor="b"/>
          <a:lstStyle>
            <a:lvl1pPr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</p:spPr>
        <p:txBody>
          <a:bodyPr/>
          <a:lstStyle>
            <a:lvl1pPr marL="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1pPr>
            <a:lvl2pPr marL="13716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2pPr>
            <a:lvl3pPr marL="274320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3pPr>
            <a:lvl4pPr marL="4114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4pPr>
            <a:lvl5pPr marL="54864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5pPr>
            <a:lvl6pPr marL="68580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6pPr>
            <a:lvl7pPr marL="82296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7pPr>
            <a:lvl8pPr marL="96012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8pPr>
            <a:lvl9pPr marL="10972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6B276-32F6-C047-8C3C-2D3C4F1668E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E230E-EE4A-C643-ACA6-C3F2E44F6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00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5476875"/>
            <a:ext cx="15544800" cy="130540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5476875"/>
            <a:ext cx="15544800" cy="130540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6B276-32F6-C047-8C3C-2D3C4F1668E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E230E-EE4A-C643-ACA6-C3F2E44F6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20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6" y="7515225"/>
            <a:ext cx="15473361" cy="11053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0" y="5043489"/>
            <a:ext cx="15549564" cy="2471736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0" y="7515225"/>
            <a:ext cx="15549564" cy="11053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6B276-32F6-C047-8C3C-2D3C4F1668E4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E230E-EE4A-C643-ACA6-C3F2E44F6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6B276-32F6-C047-8C3C-2D3C4F1668E4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E230E-EE4A-C643-ACA6-C3F2E44F6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2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6B276-32F6-C047-8C3C-2D3C4F1668E4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E230E-EE4A-C643-ACA6-C3F2E44F6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2962277"/>
            <a:ext cx="18516600" cy="14620875"/>
          </a:xfr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6172200"/>
            <a:ext cx="11796711" cy="11434764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6B276-32F6-C047-8C3C-2D3C4F1668E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E230E-EE4A-C643-ACA6-C3F2E44F6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033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2962277"/>
            <a:ext cx="18516600" cy="14620875"/>
          </a:xfrm>
        </p:spPr>
        <p:txBody>
          <a:bodyPr anchor="t"/>
          <a:lstStyle>
            <a:lvl1pPr marL="0" indent="0">
              <a:buNone/>
              <a:defRPr sz="9600"/>
            </a:lvl1pPr>
            <a:lvl2pPr marL="1371600" indent="0">
              <a:buNone/>
              <a:defRPr sz="8400"/>
            </a:lvl2pPr>
            <a:lvl3pPr marL="2743200" indent="0">
              <a:buNone/>
              <a:defRPr sz="7200"/>
            </a:lvl3pPr>
            <a:lvl4pPr marL="4114800" indent="0">
              <a:buNone/>
              <a:defRPr sz="6000"/>
            </a:lvl4pPr>
            <a:lvl5pPr marL="5486400" indent="0">
              <a:buNone/>
              <a:defRPr sz="6000"/>
            </a:lvl5pPr>
            <a:lvl6pPr marL="6858000" indent="0">
              <a:buNone/>
              <a:defRPr sz="6000"/>
            </a:lvl6pPr>
            <a:lvl7pPr marL="8229600" indent="0">
              <a:buNone/>
              <a:defRPr sz="6000"/>
            </a:lvl7pPr>
            <a:lvl8pPr marL="9601200" indent="0">
              <a:buNone/>
              <a:defRPr sz="6000"/>
            </a:lvl8pPr>
            <a:lvl9pPr marL="10972800" indent="0">
              <a:buNone/>
              <a:defRPr sz="6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6172200"/>
            <a:ext cx="11796711" cy="11434764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6B276-32F6-C047-8C3C-2D3C4F1668E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E230E-EE4A-C643-ACA6-C3F2E44F6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73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6B276-32F6-C047-8C3C-2D3C4F1668E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E230E-EE4A-C643-ACA6-C3F2E44F6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004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0" y="1095375"/>
            <a:ext cx="7886700" cy="174355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0" y="1095375"/>
            <a:ext cx="23202900" cy="174355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6B276-32F6-C047-8C3C-2D3C4F1668E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E230E-EE4A-C643-ACA6-C3F2E44F6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5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16B276-32F6-C047-8C3C-2D3C4F1668E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E230E-EE4A-C643-ACA6-C3F2E44F6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1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43200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F53CC-4D81-ABCB-6524-AA4A6EC92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47">
            <a:extLst>
              <a:ext uri="{FF2B5EF4-FFF2-40B4-BE49-F238E27FC236}">
                <a16:creationId xmlns:a16="http://schemas.microsoft.com/office/drawing/2014/main" id="{FA748267-38D6-BC86-6A70-AC3DC4C24AA2}"/>
              </a:ext>
            </a:extLst>
          </p:cNvPr>
          <p:cNvGrpSpPr/>
          <p:nvPr/>
        </p:nvGrpSpPr>
        <p:grpSpPr>
          <a:xfrm>
            <a:off x="9543422" y="5910873"/>
            <a:ext cx="8462158" cy="5729617"/>
            <a:chOff x="1532127" y="396906"/>
            <a:chExt cx="1381379" cy="935314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6B9632B-8941-491E-FC17-59D8A45E385B}"/>
                </a:ext>
              </a:extLst>
            </p:cNvPr>
            <p:cNvSpPr/>
            <p:nvPr/>
          </p:nvSpPr>
          <p:spPr>
            <a:xfrm>
              <a:off x="1532127" y="396906"/>
              <a:ext cx="1378204" cy="935314"/>
            </a:xfrm>
            <a:custGeom>
              <a:avLst/>
              <a:gdLst>
                <a:gd name="csX0" fmla="*/ 1377950 w 1378204"/>
                <a:gd name="csY0" fmla="*/ 354616 h 935314"/>
                <a:gd name="csX1" fmla="*/ 1091438 w 1378204"/>
                <a:gd name="csY1" fmla="*/ 143613 h 935314"/>
                <a:gd name="csX2" fmla="*/ 933958 w 1378204"/>
                <a:gd name="csY2" fmla="*/ 85872 h 935314"/>
                <a:gd name="csX3" fmla="*/ 847090 w 1378204"/>
                <a:gd name="csY3" fmla="*/ 64266 h 935314"/>
                <a:gd name="csX4" fmla="*/ 682371 w 1378204"/>
                <a:gd name="csY4" fmla="*/ 7157 h 935314"/>
                <a:gd name="csX5" fmla="*/ 517144 w 1378204"/>
                <a:gd name="csY5" fmla="*/ 85872 h 935314"/>
                <a:gd name="csX6" fmla="*/ 171450 w 1378204"/>
                <a:gd name="csY6" fmla="*/ 254674 h 935314"/>
                <a:gd name="csX7" fmla="*/ 0 w 1378204"/>
                <a:gd name="csY7" fmla="*/ 387719 h 935314"/>
                <a:gd name="csX8" fmla="*/ 0 w 1378204"/>
                <a:gd name="csY8" fmla="*/ 578253 h 935314"/>
                <a:gd name="csX9" fmla="*/ 688467 w 1378204"/>
                <a:gd name="csY9" fmla="*/ 935314 h 935314"/>
                <a:gd name="csX10" fmla="*/ 1378204 w 1378204"/>
                <a:gd name="csY10" fmla="*/ 578253 h 935314"/>
                <a:gd name="csX11" fmla="*/ 1378204 w 1378204"/>
                <a:gd name="csY11" fmla="*/ 354616 h 935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378204" h="935314">
                  <a:moveTo>
                    <a:pt x="1377950" y="354616"/>
                  </a:moveTo>
                  <a:cubicBezTo>
                    <a:pt x="1207008" y="277164"/>
                    <a:pt x="1162812" y="224097"/>
                    <a:pt x="1091438" y="143613"/>
                  </a:cubicBezTo>
                  <a:cubicBezTo>
                    <a:pt x="1051560" y="98633"/>
                    <a:pt x="987298" y="116196"/>
                    <a:pt x="933958" y="85872"/>
                  </a:cubicBezTo>
                  <a:cubicBezTo>
                    <a:pt x="880618" y="55548"/>
                    <a:pt x="899541" y="90168"/>
                    <a:pt x="847090" y="64266"/>
                  </a:cubicBezTo>
                  <a:cubicBezTo>
                    <a:pt x="730758" y="6778"/>
                    <a:pt x="766318" y="-11796"/>
                    <a:pt x="682371" y="7157"/>
                  </a:cubicBezTo>
                  <a:cubicBezTo>
                    <a:pt x="598424" y="26109"/>
                    <a:pt x="568452" y="43798"/>
                    <a:pt x="517144" y="85872"/>
                  </a:cubicBezTo>
                  <a:cubicBezTo>
                    <a:pt x="445516" y="144750"/>
                    <a:pt x="281940" y="262255"/>
                    <a:pt x="171450" y="254674"/>
                  </a:cubicBezTo>
                  <a:cubicBezTo>
                    <a:pt x="60833" y="247093"/>
                    <a:pt x="0" y="387719"/>
                    <a:pt x="0" y="387719"/>
                  </a:cubicBezTo>
                  <a:lnTo>
                    <a:pt x="0" y="578253"/>
                  </a:lnTo>
                  <a:lnTo>
                    <a:pt x="688467" y="935314"/>
                  </a:lnTo>
                  <a:lnTo>
                    <a:pt x="1378204" y="578253"/>
                  </a:lnTo>
                  <a:lnTo>
                    <a:pt x="1378204" y="354616"/>
                  </a:lnTo>
                  <a:close/>
                </a:path>
              </a:pathLst>
            </a:custGeom>
            <a:solidFill>
              <a:srgbClr val="D0C4B1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463F56A-5DBE-D9FE-EDA4-2D1CA485827D}"/>
                </a:ext>
              </a:extLst>
            </p:cNvPr>
            <p:cNvSpPr/>
            <p:nvPr/>
          </p:nvSpPr>
          <p:spPr>
            <a:xfrm>
              <a:off x="1805304" y="441848"/>
              <a:ext cx="420502" cy="584505"/>
            </a:xfrm>
            <a:custGeom>
              <a:avLst/>
              <a:gdLst>
                <a:gd name="csX0" fmla="*/ 0 w 420502"/>
                <a:gd name="csY0" fmla="*/ 464703 h 584505"/>
                <a:gd name="csX1" fmla="*/ 173609 w 420502"/>
                <a:gd name="csY1" fmla="*/ 309547 h 584505"/>
                <a:gd name="csX2" fmla="*/ 295148 w 420502"/>
                <a:gd name="csY2" fmla="*/ 155781 h 584505"/>
                <a:gd name="csX3" fmla="*/ 378460 w 420502"/>
                <a:gd name="csY3" fmla="*/ 36634 h 584505"/>
                <a:gd name="csX4" fmla="*/ 415163 w 420502"/>
                <a:gd name="csY4" fmla="*/ 21977 h 584505"/>
                <a:gd name="csX5" fmla="*/ 376047 w 420502"/>
                <a:gd name="csY5" fmla="*/ 180798 h 584505"/>
                <a:gd name="csX6" fmla="*/ 344678 w 420502"/>
                <a:gd name="csY6" fmla="*/ 288321 h 584505"/>
                <a:gd name="csX7" fmla="*/ 272034 w 420502"/>
                <a:gd name="csY7" fmla="*/ 384219 h 584505"/>
                <a:gd name="csX8" fmla="*/ 179197 w 420502"/>
                <a:gd name="csY8" fmla="*/ 583218 h 584505"/>
                <a:gd name="csX9" fmla="*/ 91694 w 420502"/>
                <a:gd name="csY9" fmla="*/ 525856 h 584505"/>
                <a:gd name="csX10" fmla="*/ 127 w 420502"/>
                <a:gd name="csY10" fmla="*/ 464830 h 5845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20502" h="584505">
                  <a:moveTo>
                    <a:pt x="0" y="464703"/>
                  </a:moveTo>
                  <a:cubicBezTo>
                    <a:pt x="0" y="464703"/>
                    <a:pt x="110236" y="337218"/>
                    <a:pt x="173609" y="309547"/>
                  </a:cubicBezTo>
                  <a:cubicBezTo>
                    <a:pt x="236982" y="281877"/>
                    <a:pt x="290068" y="188505"/>
                    <a:pt x="295148" y="155781"/>
                  </a:cubicBezTo>
                  <a:cubicBezTo>
                    <a:pt x="300228" y="123056"/>
                    <a:pt x="358267" y="51669"/>
                    <a:pt x="378460" y="36634"/>
                  </a:cubicBezTo>
                  <a:cubicBezTo>
                    <a:pt x="398653" y="21598"/>
                    <a:pt x="433959" y="-28436"/>
                    <a:pt x="415163" y="21977"/>
                  </a:cubicBezTo>
                  <a:cubicBezTo>
                    <a:pt x="396240" y="72391"/>
                    <a:pt x="403860" y="147947"/>
                    <a:pt x="376047" y="180798"/>
                  </a:cubicBezTo>
                  <a:cubicBezTo>
                    <a:pt x="348234" y="213648"/>
                    <a:pt x="377571" y="248015"/>
                    <a:pt x="344678" y="288321"/>
                  </a:cubicBezTo>
                  <a:cubicBezTo>
                    <a:pt x="311785" y="328626"/>
                    <a:pt x="299085" y="321171"/>
                    <a:pt x="272034" y="384219"/>
                  </a:cubicBezTo>
                  <a:cubicBezTo>
                    <a:pt x="173609" y="613163"/>
                    <a:pt x="179197" y="583218"/>
                    <a:pt x="179197" y="583218"/>
                  </a:cubicBezTo>
                  <a:cubicBezTo>
                    <a:pt x="179197" y="583218"/>
                    <a:pt x="118364" y="567046"/>
                    <a:pt x="91694" y="525856"/>
                  </a:cubicBezTo>
                  <a:cubicBezTo>
                    <a:pt x="70993" y="494016"/>
                    <a:pt x="32766" y="476706"/>
                    <a:pt x="127" y="464830"/>
                  </a:cubicBezTo>
                  <a:close/>
                </a:path>
              </a:pathLst>
            </a:custGeom>
            <a:solidFill>
              <a:srgbClr val="BDB3A2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5508DA0-A920-6A5A-35BA-641C2957A79A}"/>
                </a:ext>
              </a:extLst>
            </p:cNvPr>
            <p:cNvSpPr/>
            <p:nvPr/>
          </p:nvSpPr>
          <p:spPr>
            <a:xfrm>
              <a:off x="1649348" y="443483"/>
              <a:ext cx="540258" cy="464836"/>
            </a:xfrm>
            <a:custGeom>
              <a:avLst/>
              <a:gdLst>
                <a:gd name="csX0" fmla="*/ 119888 w 540258"/>
                <a:gd name="csY0" fmla="*/ 464837 h 464836"/>
                <a:gd name="csX1" fmla="*/ 313309 w 540258"/>
                <a:gd name="csY1" fmla="*/ 294013 h 464836"/>
                <a:gd name="csX2" fmla="*/ 417195 w 540258"/>
                <a:gd name="csY2" fmla="*/ 159073 h 464836"/>
                <a:gd name="csX3" fmla="*/ 540258 w 540258"/>
                <a:gd name="csY3" fmla="*/ 0 h 464836"/>
                <a:gd name="csX4" fmla="*/ 413766 w 540258"/>
                <a:gd name="csY4" fmla="*/ 138984 h 464836"/>
                <a:gd name="csX5" fmla="*/ 336550 w 540258"/>
                <a:gd name="csY5" fmla="*/ 230586 h 464836"/>
                <a:gd name="csX6" fmla="*/ 266319 w 540258"/>
                <a:gd name="csY6" fmla="*/ 283779 h 464836"/>
                <a:gd name="csX7" fmla="*/ 171069 w 540258"/>
                <a:gd name="csY7" fmla="*/ 344174 h 464836"/>
                <a:gd name="csX8" fmla="*/ 102997 w 540258"/>
                <a:gd name="csY8" fmla="*/ 408233 h 464836"/>
                <a:gd name="csX9" fmla="*/ 0 w 540258"/>
                <a:gd name="csY9" fmla="*/ 462942 h 464836"/>
                <a:gd name="csX10" fmla="*/ 119761 w 540258"/>
                <a:gd name="csY10" fmla="*/ 464710 h 4648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40258" h="464836">
                  <a:moveTo>
                    <a:pt x="119888" y="464837"/>
                  </a:moveTo>
                  <a:cubicBezTo>
                    <a:pt x="119888" y="464837"/>
                    <a:pt x="226568" y="336719"/>
                    <a:pt x="313309" y="294013"/>
                  </a:cubicBezTo>
                  <a:cubicBezTo>
                    <a:pt x="358648" y="271776"/>
                    <a:pt x="412877" y="194324"/>
                    <a:pt x="417195" y="159073"/>
                  </a:cubicBezTo>
                  <a:cubicBezTo>
                    <a:pt x="421894" y="121295"/>
                    <a:pt x="467995" y="59258"/>
                    <a:pt x="540258" y="0"/>
                  </a:cubicBezTo>
                  <a:cubicBezTo>
                    <a:pt x="540258" y="0"/>
                    <a:pt x="470027" y="57110"/>
                    <a:pt x="413766" y="138984"/>
                  </a:cubicBezTo>
                  <a:cubicBezTo>
                    <a:pt x="357505" y="220858"/>
                    <a:pt x="366395" y="206201"/>
                    <a:pt x="336550" y="230586"/>
                  </a:cubicBezTo>
                  <a:cubicBezTo>
                    <a:pt x="311404" y="251181"/>
                    <a:pt x="298450" y="255856"/>
                    <a:pt x="266319" y="283779"/>
                  </a:cubicBezTo>
                  <a:cubicBezTo>
                    <a:pt x="234188" y="311702"/>
                    <a:pt x="189103" y="318146"/>
                    <a:pt x="171069" y="344174"/>
                  </a:cubicBezTo>
                  <a:cubicBezTo>
                    <a:pt x="153035" y="370202"/>
                    <a:pt x="107061" y="388017"/>
                    <a:pt x="102997" y="408233"/>
                  </a:cubicBezTo>
                  <a:cubicBezTo>
                    <a:pt x="98933" y="428448"/>
                    <a:pt x="0" y="462942"/>
                    <a:pt x="0" y="462942"/>
                  </a:cubicBezTo>
                  <a:cubicBezTo>
                    <a:pt x="0" y="462942"/>
                    <a:pt x="78486" y="435777"/>
                    <a:pt x="119761" y="464710"/>
                  </a:cubicBezTo>
                  <a:close/>
                </a:path>
              </a:pathLst>
            </a:custGeom>
            <a:solidFill>
              <a:srgbClr val="FFEFD5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C5D94B1-085E-C403-656D-1066AD137F60}"/>
                </a:ext>
              </a:extLst>
            </p:cNvPr>
            <p:cNvSpPr/>
            <p:nvPr/>
          </p:nvSpPr>
          <p:spPr>
            <a:xfrm>
              <a:off x="2120900" y="461172"/>
              <a:ext cx="140200" cy="619866"/>
            </a:xfrm>
            <a:custGeom>
              <a:avLst/>
              <a:gdLst>
                <a:gd name="csX0" fmla="*/ 118618 w 140200"/>
                <a:gd name="csY0" fmla="*/ 0 h 619866"/>
                <a:gd name="csX1" fmla="*/ 125476 w 140200"/>
                <a:gd name="csY1" fmla="*/ 147449 h 619866"/>
                <a:gd name="csX2" fmla="*/ 92329 w 140200"/>
                <a:gd name="csY2" fmla="*/ 318272 h 619866"/>
                <a:gd name="csX3" fmla="*/ 79375 w 140200"/>
                <a:gd name="csY3" fmla="*/ 388396 h 619866"/>
                <a:gd name="csX4" fmla="*/ 33909 w 140200"/>
                <a:gd name="csY4" fmla="*/ 479999 h 619866"/>
                <a:gd name="csX5" fmla="*/ 14351 w 140200"/>
                <a:gd name="csY5" fmla="*/ 548985 h 619866"/>
                <a:gd name="csX6" fmla="*/ 0 w 140200"/>
                <a:gd name="csY6" fmla="*/ 619867 h 619866"/>
                <a:gd name="csX7" fmla="*/ 110109 w 140200"/>
                <a:gd name="csY7" fmla="*/ 616203 h 619866"/>
                <a:gd name="csX8" fmla="*/ 124460 w 140200"/>
                <a:gd name="csY8" fmla="*/ 425669 h 619866"/>
                <a:gd name="csX9" fmla="*/ 139954 w 140200"/>
                <a:gd name="csY9" fmla="*/ 298183 h 619866"/>
                <a:gd name="csX10" fmla="*/ 139192 w 140200"/>
                <a:gd name="csY10" fmla="*/ 243600 h 619866"/>
                <a:gd name="csX11" fmla="*/ 118745 w 140200"/>
                <a:gd name="csY11" fmla="*/ 0 h 619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0200" h="619866">
                  <a:moveTo>
                    <a:pt x="118618" y="0"/>
                  </a:moveTo>
                  <a:cubicBezTo>
                    <a:pt x="118618" y="0"/>
                    <a:pt x="138430" y="89202"/>
                    <a:pt x="125476" y="147449"/>
                  </a:cubicBezTo>
                  <a:cubicBezTo>
                    <a:pt x="112522" y="205696"/>
                    <a:pt x="85852" y="288075"/>
                    <a:pt x="92329" y="318272"/>
                  </a:cubicBezTo>
                  <a:cubicBezTo>
                    <a:pt x="98806" y="348470"/>
                    <a:pt x="81534" y="344174"/>
                    <a:pt x="79375" y="388396"/>
                  </a:cubicBezTo>
                  <a:cubicBezTo>
                    <a:pt x="77216" y="432618"/>
                    <a:pt x="36068" y="434766"/>
                    <a:pt x="33909" y="479999"/>
                  </a:cubicBezTo>
                  <a:cubicBezTo>
                    <a:pt x="31750" y="525232"/>
                    <a:pt x="14351" y="548985"/>
                    <a:pt x="14351" y="548985"/>
                  </a:cubicBezTo>
                  <a:lnTo>
                    <a:pt x="0" y="619867"/>
                  </a:lnTo>
                  <a:cubicBezTo>
                    <a:pt x="0" y="619867"/>
                    <a:pt x="77978" y="590175"/>
                    <a:pt x="110109" y="616203"/>
                  </a:cubicBezTo>
                  <a:cubicBezTo>
                    <a:pt x="110109" y="616203"/>
                    <a:pt x="114554" y="483410"/>
                    <a:pt x="124460" y="425669"/>
                  </a:cubicBezTo>
                  <a:cubicBezTo>
                    <a:pt x="133604" y="371971"/>
                    <a:pt x="141732" y="324463"/>
                    <a:pt x="139954" y="298183"/>
                  </a:cubicBezTo>
                  <a:cubicBezTo>
                    <a:pt x="138430" y="275946"/>
                    <a:pt x="140716" y="260784"/>
                    <a:pt x="139192" y="243600"/>
                  </a:cubicBezTo>
                  <a:cubicBezTo>
                    <a:pt x="138049" y="229828"/>
                    <a:pt x="146939" y="45233"/>
                    <a:pt x="118745" y="0"/>
                  </a:cubicBezTo>
                  <a:close/>
                </a:path>
              </a:pathLst>
            </a:custGeom>
            <a:solidFill>
              <a:srgbClr val="FFEFD5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F0FD52D-6992-4D11-14A4-8A11A9F632AC}"/>
                </a:ext>
              </a:extLst>
            </p:cNvPr>
            <p:cNvSpPr/>
            <p:nvPr/>
          </p:nvSpPr>
          <p:spPr>
            <a:xfrm>
              <a:off x="1533321" y="798902"/>
              <a:ext cx="688466" cy="533191"/>
            </a:xfrm>
            <a:custGeom>
              <a:avLst/>
              <a:gdLst>
                <a:gd name="csX0" fmla="*/ 273304 w 688466"/>
                <a:gd name="csY0" fmla="*/ 91350 h 533191"/>
                <a:gd name="csX1" fmla="*/ 106807 w 688466"/>
                <a:gd name="csY1" fmla="*/ 84275 h 533191"/>
                <a:gd name="csX2" fmla="*/ 0 w 688466"/>
                <a:gd name="csY2" fmla="*/ 0 h 533191"/>
                <a:gd name="csX3" fmla="*/ 0 w 688466"/>
                <a:gd name="csY3" fmla="*/ 176130 h 533191"/>
                <a:gd name="csX4" fmla="*/ 688467 w 688466"/>
                <a:gd name="csY4" fmla="*/ 533192 h 533191"/>
                <a:gd name="csX5" fmla="*/ 688467 w 688466"/>
                <a:gd name="csY5" fmla="*/ 223385 h 533191"/>
                <a:gd name="csX6" fmla="*/ 273304 w 688466"/>
                <a:gd name="csY6" fmla="*/ 91224 h 533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88466" h="533191">
                  <a:moveTo>
                    <a:pt x="273304" y="91350"/>
                  </a:moveTo>
                  <a:cubicBezTo>
                    <a:pt x="194691" y="64564"/>
                    <a:pt x="195199" y="96278"/>
                    <a:pt x="106807" y="84275"/>
                  </a:cubicBezTo>
                  <a:cubicBezTo>
                    <a:pt x="58293" y="77704"/>
                    <a:pt x="0" y="0"/>
                    <a:pt x="0" y="0"/>
                  </a:cubicBezTo>
                  <a:lnTo>
                    <a:pt x="0" y="176130"/>
                  </a:lnTo>
                  <a:lnTo>
                    <a:pt x="688467" y="533192"/>
                  </a:lnTo>
                  <a:lnTo>
                    <a:pt x="688467" y="223385"/>
                  </a:lnTo>
                  <a:cubicBezTo>
                    <a:pt x="382270" y="206580"/>
                    <a:pt x="351917" y="118010"/>
                    <a:pt x="273304" y="91224"/>
                  </a:cubicBezTo>
                  <a:close/>
                </a:path>
              </a:pathLst>
            </a:custGeom>
            <a:solidFill>
              <a:srgbClr val="FFEFD5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756D64E-E1ED-E511-BD96-16C16DDD286A}"/>
                </a:ext>
              </a:extLst>
            </p:cNvPr>
            <p:cNvSpPr/>
            <p:nvPr/>
          </p:nvSpPr>
          <p:spPr>
            <a:xfrm>
              <a:off x="2415285" y="475501"/>
              <a:ext cx="494792" cy="388849"/>
            </a:xfrm>
            <a:custGeom>
              <a:avLst/>
              <a:gdLst>
                <a:gd name="csX0" fmla="*/ 210312 w 494792"/>
                <a:gd name="csY0" fmla="*/ 80938 h 388849"/>
                <a:gd name="csX1" fmla="*/ 205740 w 494792"/>
                <a:gd name="csY1" fmla="*/ 113915 h 388849"/>
                <a:gd name="csX2" fmla="*/ 239522 w 494792"/>
                <a:gd name="csY2" fmla="*/ 167992 h 388849"/>
                <a:gd name="csX3" fmla="*/ 319913 w 494792"/>
                <a:gd name="csY3" fmla="*/ 190735 h 388849"/>
                <a:gd name="csX4" fmla="*/ 494792 w 494792"/>
                <a:gd name="csY4" fmla="*/ 283728 h 388849"/>
                <a:gd name="csX5" fmla="*/ 344424 w 494792"/>
                <a:gd name="csY5" fmla="*/ 388850 h 388849"/>
                <a:gd name="csX6" fmla="*/ 264033 w 494792"/>
                <a:gd name="csY6" fmla="*/ 208424 h 388849"/>
                <a:gd name="csX7" fmla="*/ 112522 w 494792"/>
                <a:gd name="csY7" fmla="*/ 80811 h 388849"/>
                <a:gd name="csX8" fmla="*/ 23495 w 494792"/>
                <a:gd name="csY8" fmla="*/ 35200 h 388849"/>
                <a:gd name="csX9" fmla="*/ 0 w 494792"/>
                <a:gd name="csY9" fmla="*/ 2223 h 388849"/>
                <a:gd name="csX10" fmla="*/ 24638 w 494792"/>
                <a:gd name="csY10" fmla="*/ 1591 h 388849"/>
                <a:gd name="csX11" fmla="*/ 94488 w 494792"/>
                <a:gd name="csY11" fmla="*/ 29514 h 388849"/>
                <a:gd name="csX12" fmla="*/ 210185 w 494792"/>
                <a:gd name="csY12" fmla="*/ 80811 h 388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94792" h="388849">
                  <a:moveTo>
                    <a:pt x="210312" y="80938"/>
                  </a:moveTo>
                  <a:cubicBezTo>
                    <a:pt x="210312" y="80938"/>
                    <a:pt x="203454" y="99637"/>
                    <a:pt x="205740" y="113915"/>
                  </a:cubicBezTo>
                  <a:cubicBezTo>
                    <a:pt x="208026" y="128192"/>
                    <a:pt x="223520" y="153841"/>
                    <a:pt x="239522" y="167992"/>
                  </a:cubicBezTo>
                  <a:cubicBezTo>
                    <a:pt x="255524" y="182143"/>
                    <a:pt x="310515" y="193641"/>
                    <a:pt x="319913" y="190735"/>
                  </a:cubicBezTo>
                  <a:cubicBezTo>
                    <a:pt x="319913" y="190735"/>
                    <a:pt x="440817" y="267934"/>
                    <a:pt x="494792" y="283728"/>
                  </a:cubicBezTo>
                  <a:cubicBezTo>
                    <a:pt x="494792" y="283728"/>
                    <a:pt x="374777" y="379247"/>
                    <a:pt x="344424" y="388850"/>
                  </a:cubicBezTo>
                  <a:cubicBezTo>
                    <a:pt x="344424" y="388850"/>
                    <a:pt x="484251" y="334014"/>
                    <a:pt x="264033" y="208424"/>
                  </a:cubicBezTo>
                  <a:cubicBezTo>
                    <a:pt x="223520" y="185302"/>
                    <a:pt x="141478" y="101280"/>
                    <a:pt x="112522" y="80811"/>
                  </a:cubicBezTo>
                  <a:cubicBezTo>
                    <a:pt x="83566" y="60343"/>
                    <a:pt x="23495" y="37474"/>
                    <a:pt x="23495" y="35200"/>
                  </a:cubicBezTo>
                  <a:cubicBezTo>
                    <a:pt x="23495" y="32925"/>
                    <a:pt x="19431" y="15868"/>
                    <a:pt x="0" y="2223"/>
                  </a:cubicBezTo>
                  <a:cubicBezTo>
                    <a:pt x="0" y="2223"/>
                    <a:pt x="7493" y="-2326"/>
                    <a:pt x="24638" y="1591"/>
                  </a:cubicBezTo>
                  <a:cubicBezTo>
                    <a:pt x="24638" y="1591"/>
                    <a:pt x="56134" y="22691"/>
                    <a:pt x="94488" y="29514"/>
                  </a:cubicBezTo>
                  <a:cubicBezTo>
                    <a:pt x="94488" y="29514"/>
                    <a:pt x="196469" y="36463"/>
                    <a:pt x="210185" y="80811"/>
                  </a:cubicBezTo>
                  <a:close/>
                </a:path>
              </a:pathLst>
            </a:custGeom>
            <a:solidFill>
              <a:srgbClr val="DFD2BC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996C509-116A-EAEA-C9EE-79A89A43CE86}"/>
                </a:ext>
              </a:extLst>
            </p:cNvPr>
            <p:cNvSpPr/>
            <p:nvPr/>
          </p:nvSpPr>
          <p:spPr>
            <a:xfrm>
              <a:off x="2235200" y="467742"/>
              <a:ext cx="583183" cy="607002"/>
            </a:xfrm>
            <a:custGeom>
              <a:avLst/>
              <a:gdLst>
                <a:gd name="csX0" fmla="*/ 583184 w 583183"/>
                <a:gd name="csY0" fmla="*/ 372476 h 607002"/>
                <a:gd name="csX1" fmla="*/ 546989 w 583183"/>
                <a:gd name="csY1" fmla="*/ 381952 h 607002"/>
                <a:gd name="csX2" fmla="*/ 547751 w 583183"/>
                <a:gd name="csY2" fmla="*/ 378541 h 607002"/>
                <a:gd name="csX3" fmla="*/ 532384 w 583183"/>
                <a:gd name="csY3" fmla="*/ 320926 h 607002"/>
                <a:gd name="csX4" fmla="*/ 453136 w 583183"/>
                <a:gd name="csY4" fmla="*/ 285548 h 607002"/>
                <a:gd name="csX5" fmla="*/ 343154 w 583183"/>
                <a:gd name="csY5" fmla="*/ 234756 h 607002"/>
                <a:gd name="csX6" fmla="*/ 250571 w 583183"/>
                <a:gd name="csY6" fmla="*/ 171076 h 607002"/>
                <a:gd name="csX7" fmla="*/ 225425 w 583183"/>
                <a:gd name="csY7" fmla="*/ 169686 h 607002"/>
                <a:gd name="csX8" fmla="*/ 222504 w 583183"/>
                <a:gd name="csY8" fmla="*/ 187880 h 607002"/>
                <a:gd name="csX9" fmla="*/ 299720 w 583183"/>
                <a:gd name="csY9" fmla="*/ 303237 h 607002"/>
                <a:gd name="csX10" fmla="*/ 281686 w 583183"/>
                <a:gd name="csY10" fmla="*/ 350491 h 607002"/>
                <a:gd name="csX11" fmla="*/ 264795 w 583183"/>
                <a:gd name="csY11" fmla="*/ 370707 h 607002"/>
                <a:gd name="csX12" fmla="*/ 263652 w 583183"/>
                <a:gd name="csY12" fmla="*/ 372350 h 607002"/>
                <a:gd name="csX13" fmla="*/ 226441 w 583183"/>
                <a:gd name="csY13" fmla="*/ 395471 h 607002"/>
                <a:gd name="csX14" fmla="*/ 155321 w 583183"/>
                <a:gd name="csY14" fmla="*/ 380057 h 607002"/>
                <a:gd name="csX15" fmla="*/ 138938 w 583183"/>
                <a:gd name="csY15" fmla="*/ 363758 h 607002"/>
                <a:gd name="csX16" fmla="*/ 112903 w 583183"/>
                <a:gd name="csY16" fmla="*/ 287570 h 607002"/>
                <a:gd name="csX17" fmla="*/ 109855 w 583183"/>
                <a:gd name="csY17" fmla="*/ 144417 h 607002"/>
                <a:gd name="csX18" fmla="*/ 11176 w 583183"/>
                <a:gd name="csY18" fmla="*/ 0 h 607002"/>
                <a:gd name="csX19" fmla="*/ 24003 w 583183"/>
                <a:gd name="csY19" fmla="*/ 379172 h 607002"/>
                <a:gd name="csX20" fmla="*/ 0 w 583183"/>
                <a:gd name="csY20" fmla="*/ 599904 h 607002"/>
                <a:gd name="csX21" fmla="*/ 265049 w 583183"/>
                <a:gd name="csY21" fmla="*/ 592323 h 607002"/>
                <a:gd name="csX22" fmla="*/ 239522 w 583183"/>
                <a:gd name="csY22" fmla="*/ 570464 h 607002"/>
                <a:gd name="csX23" fmla="*/ 274320 w 583183"/>
                <a:gd name="csY23" fmla="*/ 553281 h 607002"/>
                <a:gd name="csX24" fmla="*/ 365633 w 583183"/>
                <a:gd name="csY24" fmla="*/ 514618 h 607002"/>
                <a:gd name="csX25" fmla="*/ 499745 w 583183"/>
                <a:gd name="csY25" fmla="*/ 438809 h 607002"/>
                <a:gd name="csX26" fmla="*/ 567055 w 583183"/>
                <a:gd name="csY26" fmla="*/ 384858 h 607002"/>
                <a:gd name="csX27" fmla="*/ 583057 w 583183"/>
                <a:gd name="csY27" fmla="*/ 372602 h 6070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583183" h="607002">
                  <a:moveTo>
                    <a:pt x="583184" y="372476"/>
                  </a:moveTo>
                  <a:cubicBezTo>
                    <a:pt x="582422" y="370960"/>
                    <a:pt x="565658" y="375887"/>
                    <a:pt x="546989" y="381952"/>
                  </a:cubicBezTo>
                  <a:cubicBezTo>
                    <a:pt x="547370" y="380815"/>
                    <a:pt x="547751" y="379678"/>
                    <a:pt x="547751" y="378541"/>
                  </a:cubicBezTo>
                  <a:cubicBezTo>
                    <a:pt x="548259" y="360094"/>
                    <a:pt x="548005" y="330907"/>
                    <a:pt x="532384" y="320926"/>
                  </a:cubicBezTo>
                  <a:cubicBezTo>
                    <a:pt x="507746" y="305132"/>
                    <a:pt x="479933" y="297298"/>
                    <a:pt x="453136" y="285548"/>
                  </a:cubicBezTo>
                  <a:cubicBezTo>
                    <a:pt x="426339" y="273798"/>
                    <a:pt x="378206" y="264195"/>
                    <a:pt x="343154" y="234756"/>
                  </a:cubicBezTo>
                  <a:cubicBezTo>
                    <a:pt x="335915" y="228691"/>
                    <a:pt x="257302" y="177520"/>
                    <a:pt x="250571" y="171076"/>
                  </a:cubicBezTo>
                  <a:cubicBezTo>
                    <a:pt x="243713" y="164632"/>
                    <a:pt x="231521" y="162484"/>
                    <a:pt x="225425" y="169686"/>
                  </a:cubicBezTo>
                  <a:cubicBezTo>
                    <a:pt x="221361" y="174614"/>
                    <a:pt x="221615" y="181563"/>
                    <a:pt x="222504" y="187880"/>
                  </a:cubicBezTo>
                  <a:cubicBezTo>
                    <a:pt x="224663" y="205064"/>
                    <a:pt x="293624" y="286938"/>
                    <a:pt x="299720" y="303237"/>
                  </a:cubicBezTo>
                  <a:cubicBezTo>
                    <a:pt x="306324" y="320926"/>
                    <a:pt x="295529" y="337477"/>
                    <a:pt x="281686" y="350491"/>
                  </a:cubicBezTo>
                  <a:cubicBezTo>
                    <a:pt x="275336" y="356556"/>
                    <a:pt x="269621" y="363379"/>
                    <a:pt x="264795" y="370707"/>
                  </a:cubicBezTo>
                  <a:cubicBezTo>
                    <a:pt x="264414" y="371086"/>
                    <a:pt x="264160" y="371592"/>
                    <a:pt x="263652" y="372350"/>
                  </a:cubicBezTo>
                  <a:cubicBezTo>
                    <a:pt x="256794" y="384732"/>
                    <a:pt x="232410" y="396103"/>
                    <a:pt x="226441" y="395471"/>
                  </a:cubicBezTo>
                  <a:cubicBezTo>
                    <a:pt x="203200" y="393071"/>
                    <a:pt x="178435" y="377909"/>
                    <a:pt x="155321" y="380057"/>
                  </a:cubicBezTo>
                  <a:cubicBezTo>
                    <a:pt x="151384" y="374498"/>
                    <a:pt x="146050" y="368938"/>
                    <a:pt x="138938" y="363758"/>
                  </a:cubicBezTo>
                  <a:cubicBezTo>
                    <a:pt x="109982" y="342531"/>
                    <a:pt x="112903" y="287570"/>
                    <a:pt x="112903" y="287570"/>
                  </a:cubicBezTo>
                  <a:cubicBezTo>
                    <a:pt x="112903" y="287570"/>
                    <a:pt x="136779" y="223637"/>
                    <a:pt x="109855" y="144417"/>
                  </a:cubicBezTo>
                  <a:cubicBezTo>
                    <a:pt x="84328" y="69239"/>
                    <a:pt x="11176" y="0"/>
                    <a:pt x="11176" y="0"/>
                  </a:cubicBezTo>
                  <a:cubicBezTo>
                    <a:pt x="42164" y="72524"/>
                    <a:pt x="34163" y="354282"/>
                    <a:pt x="24003" y="379172"/>
                  </a:cubicBezTo>
                  <a:cubicBezTo>
                    <a:pt x="13081" y="405832"/>
                    <a:pt x="0" y="599904"/>
                    <a:pt x="0" y="599904"/>
                  </a:cubicBezTo>
                  <a:cubicBezTo>
                    <a:pt x="0" y="599904"/>
                    <a:pt x="311023" y="620119"/>
                    <a:pt x="265049" y="592323"/>
                  </a:cubicBezTo>
                  <a:cubicBezTo>
                    <a:pt x="252095" y="584489"/>
                    <a:pt x="244348" y="577287"/>
                    <a:pt x="239522" y="570464"/>
                  </a:cubicBezTo>
                  <a:cubicBezTo>
                    <a:pt x="251333" y="565158"/>
                    <a:pt x="262636" y="558840"/>
                    <a:pt x="274320" y="553281"/>
                  </a:cubicBezTo>
                  <a:cubicBezTo>
                    <a:pt x="304292" y="539256"/>
                    <a:pt x="337185" y="531423"/>
                    <a:pt x="365633" y="514618"/>
                  </a:cubicBezTo>
                  <a:cubicBezTo>
                    <a:pt x="406654" y="490359"/>
                    <a:pt x="458978" y="463700"/>
                    <a:pt x="499745" y="438809"/>
                  </a:cubicBezTo>
                  <a:cubicBezTo>
                    <a:pt x="508889" y="433250"/>
                    <a:pt x="558927" y="391807"/>
                    <a:pt x="567055" y="384858"/>
                  </a:cubicBezTo>
                  <a:cubicBezTo>
                    <a:pt x="569087" y="383089"/>
                    <a:pt x="584200" y="375129"/>
                    <a:pt x="583057" y="372602"/>
                  </a:cubicBezTo>
                  <a:close/>
                </a:path>
              </a:pathLst>
            </a:custGeom>
            <a:solidFill>
              <a:srgbClr val="BDB3A2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6382215-9D61-2596-1423-ECAC0A347131}"/>
                </a:ext>
              </a:extLst>
            </p:cNvPr>
            <p:cNvSpPr/>
            <p:nvPr/>
          </p:nvSpPr>
          <p:spPr>
            <a:xfrm>
              <a:off x="2283367" y="890273"/>
              <a:ext cx="173885" cy="75436"/>
            </a:xfrm>
            <a:custGeom>
              <a:avLst/>
              <a:gdLst>
                <a:gd name="csX0" fmla="*/ 105757 w 173885"/>
                <a:gd name="csY0" fmla="*/ 7055 h 75436"/>
                <a:gd name="csX1" fmla="*/ 74261 w 173885"/>
                <a:gd name="csY1" fmla="*/ 18427 h 75436"/>
                <a:gd name="csX2" fmla="*/ 43908 w 173885"/>
                <a:gd name="csY2" fmla="*/ 24239 h 75436"/>
                <a:gd name="csX3" fmla="*/ 601 w 173885"/>
                <a:gd name="csY3" fmla="*/ 66313 h 75436"/>
                <a:gd name="csX4" fmla="*/ 4030 w 173885"/>
                <a:gd name="csY4" fmla="*/ 71746 h 75436"/>
                <a:gd name="csX5" fmla="*/ 19524 w 173885"/>
                <a:gd name="csY5" fmla="*/ 75410 h 75436"/>
                <a:gd name="csX6" fmla="*/ 80865 w 173885"/>
                <a:gd name="csY6" fmla="*/ 66566 h 75436"/>
                <a:gd name="csX7" fmla="*/ 142206 w 173885"/>
                <a:gd name="csY7" fmla="*/ 58227 h 75436"/>
                <a:gd name="csX8" fmla="*/ 172940 w 173885"/>
                <a:gd name="csY8" fmla="*/ 12488 h 75436"/>
                <a:gd name="csX9" fmla="*/ 105884 w 173885"/>
                <a:gd name="csY9" fmla="*/ 7055 h 75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73885" h="75436">
                  <a:moveTo>
                    <a:pt x="105757" y="7055"/>
                  </a:moveTo>
                  <a:cubicBezTo>
                    <a:pt x="95470" y="11098"/>
                    <a:pt x="85564" y="15647"/>
                    <a:pt x="74261" y="18427"/>
                  </a:cubicBezTo>
                  <a:cubicBezTo>
                    <a:pt x="64355" y="20827"/>
                    <a:pt x="53814" y="21838"/>
                    <a:pt x="43908" y="24239"/>
                  </a:cubicBezTo>
                  <a:cubicBezTo>
                    <a:pt x="15714" y="31062"/>
                    <a:pt x="-3717" y="49888"/>
                    <a:pt x="601" y="66313"/>
                  </a:cubicBezTo>
                  <a:cubicBezTo>
                    <a:pt x="1109" y="68334"/>
                    <a:pt x="1998" y="70230"/>
                    <a:pt x="4030" y="71746"/>
                  </a:cubicBezTo>
                  <a:cubicBezTo>
                    <a:pt x="7459" y="74399"/>
                    <a:pt x="13555" y="75284"/>
                    <a:pt x="19524" y="75410"/>
                  </a:cubicBezTo>
                  <a:cubicBezTo>
                    <a:pt x="40098" y="75915"/>
                    <a:pt x="60164" y="69093"/>
                    <a:pt x="80865" y="66566"/>
                  </a:cubicBezTo>
                  <a:cubicBezTo>
                    <a:pt x="101693" y="64039"/>
                    <a:pt x="124553" y="65681"/>
                    <a:pt x="142206" y="58227"/>
                  </a:cubicBezTo>
                  <a:cubicBezTo>
                    <a:pt x="161891" y="49888"/>
                    <a:pt x="178020" y="25123"/>
                    <a:pt x="172940" y="12488"/>
                  </a:cubicBezTo>
                  <a:cubicBezTo>
                    <a:pt x="165828" y="-5074"/>
                    <a:pt x="127728" y="-1410"/>
                    <a:pt x="105884" y="7055"/>
                  </a:cubicBezTo>
                  <a:close/>
                </a:path>
              </a:pathLst>
            </a:custGeom>
            <a:solidFill>
              <a:srgbClr val="8A8377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E0EA1F5-54A6-15C4-710F-A84881CC19EA}"/>
                </a:ext>
              </a:extLst>
            </p:cNvPr>
            <p:cNvSpPr/>
            <p:nvPr/>
          </p:nvSpPr>
          <p:spPr>
            <a:xfrm>
              <a:off x="2222983" y="759355"/>
              <a:ext cx="689736" cy="572865"/>
            </a:xfrm>
            <a:custGeom>
              <a:avLst/>
              <a:gdLst>
                <a:gd name="csX0" fmla="*/ 689737 w 689736"/>
                <a:gd name="csY0" fmla="*/ 203548 h 572865"/>
                <a:gd name="csX1" fmla="*/ 689737 w 689736"/>
                <a:gd name="csY1" fmla="*/ 0 h 572865"/>
                <a:gd name="csX2" fmla="*/ 0 w 689736"/>
                <a:gd name="csY2" fmla="*/ 263058 h 572865"/>
                <a:gd name="csX3" fmla="*/ 0 w 689736"/>
                <a:gd name="csY3" fmla="*/ 572865 h 572865"/>
                <a:gd name="csX4" fmla="*/ 689737 w 689736"/>
                <a:gd name="csY4" fmla="*/ 215804 h 572865"/>
                <a:gd name="csX5" fmla="*/ 689737 w 689736"/>
                <a:gd name="csY5" fmla="*/ 203548 h 572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89736" h="572865">
                  <a:moveTo>
                    <a:pt x="689737" y="203548"/>
                  </a:moveTo>
                  <a:lnTo>
                    <a:pt x="689737" y="0"/>
                  </a:lnTo>
                  <a:cubicBezTo>
                    <a:pt x="689737" y="0"/>
                    <a:pt x="403860" y="242337"/>
                    <a:pt x="0" y="263058"/>
                  </a:cubicBezTo>
                  <a:lnTo>
                    <a:pt x="0" y="572865"/>
                  </a:lnTo>
                  <a:lnTo>
                    <a:pt x="689737" y="215804"/>
                  </a:lnTo>
                  <a:lnTo>
                    <a:pt x="689737" y="203548"/>
                  </a:lnTo>
                  <a:close/>
                </a:path>
              </a:pathLst>
            </a:custGeom>
            <a:solidFill>
              <a:srgbClr val="948C8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B6C85D1-AD7B-9E66-BE2B-5FE1FFAAFE3F}"/>
                </a:ext>
              </a:extLst>
            </p:cNvPr>
            <p:cNvSpPr/>
            <p:nvPr/>
          </p:nvSpPr>
          <p:spPr>
            <a:xfrm>
              <a:off x="1933789" y="880363"/>
              <a:ext cx="202576" cy="68319"/>
            </a:xfrm>
            <a:custGeom>
              <a:avLst/>
              <a:gdLst>
                <a:gd name="csX0" fmla="*/ 56809 w 202576"/>
                <a:gd name="csY0" fmla="*/ 57902 h 68319"/>
                <a:gd name="csX1" fmla="*/ 117514 w 202576"/>
                <a:gd name="csY1" fmla="*/ 67252 h 68319"/>
                <a:gd name="csX2" fmla="*/ 130341 w 202576"/>
                <a:gd name="csY2" fmla="*/ 68263 h 68319"/>
                <a:gd name="csX3" fmla="*/ 144819 w 202576"/>
                <a:gd name="csY3" fmla="*/ 65862 h 68319"/>
                <a:gd name="csX4" fmla="*/ 169331 w 202576"/>
                <a:gd name="csY4" fmla="*/ 62325 h 68319"/>
                <a:gd name="csX5" fmla="*/ 195112 w 202576"/>
                <a:gd name="csY5" fmla="*/ 49942 h 68319"/>
                <a:gd name="csX6" fmla="*/ 202223 w 202576"/>
                <a:gd name="csY6" fmla="*/ 34907 h 68319"/>
                <a:gd name="csX7" fmla="*/ 201588 w 202576"/>
                <a:gd name="csY7" fmla="*/ 29727 h 68319"/>
                <a:gd name="csX8" fmla="*/ 192571 w 202576"/>
                <a:gd name="csY8" fmla="*/ 25683 h 68319"/>
                <a:gd name="csX9" fmla="*/ 139739 w 202576"/>
                <a:gd name="csY9" fmla="*/ 13301 h 68319"/>
                <a:gd name="csX10" fmla="*/ 133897 w 202576"/>
                <a:gd name="csY10" fmla="*/ 6731 h 68319"/>
                <a:gd name="csX11" fmla="*/ 18073 w 202576"/>
                <a:gd name="csY11" fmla="*/ 14691 h 68319"/>
                <a:gd name="csX12" fmla="*/ 56935 w 202576"/>
                <a:gd name="csY12" fmla="*/ 58155 h 68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02576" h="68319">
                  <a:moveTo>
                    <a:pt x="56809" y="57902"/>
                  </a:moveTo>
                  <a:cubicBezTo>
                    <a:pt x="77001" y="61061"/>
                    <a:pt x="97321" y="64093"/>
                    <a:pt x="117514" y="67252"/>
                  </a:cubicBezTo>
                  <a:cubicBezTo>
                    <a:pt x="121451" y="67884"/>
                    <a:pt x="125642" y="68516"/>
                    <a:pt x="130341" y="68263"/>
                  </a:cubicBezTo>
                  <a:cubicBezTo>
                    <a:pt x="135294" y="68010"/>
                    <a:pt x="139993" y="66747"/>
                    <a:pt x="144819" y="65862"/>
                  </a:cubicBezTo>
                  <a:cubicBezTo>
                    <a:pt x="152820" y="64346"/>
                    <a:pt x="161456" y="63841"/>
                    <a:pt x="169331" y="62325"/>
                  </a:cubicBezTo>
                  <a:cubicBezTo>
                    <a:pt x="181395" y="59798"/>
                    <a:pt x="190285" y="54996"/>
                    <a:pt x="195112" y="49942"/>
                  </a:cubicBezTo>
                  <a:cubicBezTo>
                    <a:pt x="199937" y="44888"/>
                    <a:pt x="201081" y="39834"/>
                    <a:pt x="202223" y="34907"/>
                  </a:cubicBezTo>
                  <a:cubicBezTo>
                    <a:pt x="202604" y="33138"/>
                    <a:pt x="202985" y="31243"/>
                    <a:pt x="201588" y="29727"/>
                  </a:cubicBezTo>
                  <a:cubicBezTo>
                    <a:pt x="200064" y="27958"/>
                    <a:pt x="196381" y="26694"/>
                    <a:pt x="192571" y="25683"/>
                  </a:cubicBezTo>
                  <a:cubicBezTo>
                    <a:pt x="175045" y="21261"/>
                    <a:pt x="148884" y="20756"/>
                    <a:pt x="139739" y="13301"/>
                  </a:cubicBezTo>
                  <a:cubicBezTo>
                    <a:pt x="137200" y="11280"/>
                    <a:pt x="136310" y="8753"/>
                    <a:pt x="133897" y="6731"/>
                  </a:cubicBezTo>
                  <a:cubicBezTo>
                    <a:pt x="117387" y="-7167"/>
                    <a:pt x="42965" y="2941"/>
                    <a:pt x="18073" y="14691"/>
                  </a:cubicBezTo>
                  <a:cubicBezTo>
                    <a:pt x="-24853" y="34907"/>
                    <a:pt x="17057" y="51964"/>
                    <a:pt x="56935" y="58155"/>
                  </a:cubicBezTo>
                  <a:close/>
                </a:path>
              </a:pathLst>
            </a:custGeom>
            <a:solidFill>
              <a:srgbClr val="8A8377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3885938-2C51-4FB6-DFD8-0F88574A8704}"/>
                </a:ext>
              </a:extLst>
            </p:cNvPr>
            <p:cNvSpPr/>
            <p:nvPr/>
          </p:nvSpPr>
          <p:spPr>
            <a:xfrm>
              <a:off x="1540891" y="436282"/>
              <a:ext cx="608838" cy="416192"/>
            </a:xfrm>
            <a:custGeom>
              <a:avLst/>
              <a:gdLst>
                <a:gd name="csX0" fmla="*/ 537083 w 608838"/>
                <a:gd name="csY0" fmla="*/ 31334 h 416192"/>
                <a:gd name="csX1" fmla="*/ 289052 w 608838"/>
                <a:gd name="csY1" fmla="*/ 193693 h 416192"/>
                <a:gd name="csX2" fmla="*/ 181102 w 608838"/>
                <a:gd name="csY2" fmla="*/ 220731 h 416192"/>
                <a:gd name="csX3" fmla="*/ 152146 w 608838"/>
                <a:gd name="csY3" fmla="*/ 221237 h 416192"/>
                <a:gd name="csX4" fmla="*/ 152146 w 608838"/>
                <a:gd name="csY4" fmla="*/ 221237 h 416192"/>
                <a:gd name="csX5" fmla="*/ 152146 w 608838"/>
                <a:gd name="csY5" fmla="*/ 221237 h 416192"/>
                <a:gd name="csX6" fmla="*/ 105283 w 608838"/>
                <a:gd name="csY6" fmla="*/ 231724 h 416192"/>
                <a:gd name="csX7" fmla="*/ 0 w 608838"/>
                <a:gd name="csY7" fmla="*/ 352892 h 416192"/>
                <a:gd name="csX8" fmla="*/ 55499 w 608838"/>
                <a:gd name="csY8" fmla="*/ 416193 h 416192"/>
                <a:gd name="csX9" fmla="*/ 78359 w 608838"/>
                <a:gd name="csY9" fmla="*/ 404821 h 416192"/>
                <a:gd name="csX10" fmla="*/ 121158 w 608838"/>
                <a:gd name="csY10" fmla="*/ 352892 h 416192"/>
                <a:gd name="csX11" fmla="*/ 220853 w 608838"/>
                <a:gd name="csY11" fmla="*/ 275819 h 416192"/>
                <a:gd name="csX12" fmla="*/ 608838 w 608838"/>
                <a:gd name="csY12" fmla="*/ 0 h 416192"/>
                <a:gd name="csX13" fmla="*/ 537083 w 608838"/>
                <a:gd name="csY13" fmla="*/ 31334 h 416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08838" h="416192">
                  <a:moveTo>
                    <a:pt x="537083" y="31334"/>
                  </a:moveTo>
                  <a:cubicBezTo>
                    <a:pt x="498221" y="73914"/>
                    <a:pt x="358902" y="165138"/>
                    <a:pt x="289052" y="193693"/>
                  </a:cubicBezTo>
                  <a:cubicBezTo>
                    <a:pt x="243205" y="212519"/>
                    <a:pt x="205232" y="218836"/>
                    <a:pt x="181102" y="220731"/>
                  </a:cubicBezTo>
                  <a:cubicBezTo>
                    <a:pt x="172466" y="219973"/>
                    <a:pt x="162814" y="220099"/>
                    <a:pt x="152146" y="221237"/>
                  </a:cubicBezTo>
                  <a:lnTo>
                    <a:pt x="152146" y="221237"/>
                  </a:lnTo>
                  <a:cubicBezTo>
                    <a:pt x="152146" y="221237"/>
                    <a:pt x="152146" y="221237"/>
                    <a:pt x="152146" y="221237"/>
                  </a:cubicBezTo>
                  <a:cubicBezTo>
                    <a:pt x="138049" y="222753"/>
                    <a:pt x="122428" y="226164"/>
                    <a:pt x="105283" y="231724"/>
                  </a:cubicBezTo>
                  <a:cubicBezTo>
                    <a:pt x="51181" y="249286"/>
                    <a:pt x="0" y="352892"/>
                    <a:pt x="0" y="352892"/>
                  </a:cubicBezTo>
                  <a:cubicBezTo>
                    <a:pt x="12827" y="385995"/>
                    <a:pt x="55499" y="416193"/>
                    <a:pt x="55499" y="416193"/>
                  </a:cubicBezTo>
                  <a:cubicBezTo>
                    <a:pt x="55499" y="416193"/>
                    <a:pt x="68326" y="411897"/>
                    <a:pt x="78359" y="404821"/>
                  </a:cubicBezTo>
                  <a:cubicBezTo>
                    <a:pt x="88392" y="397746"/>
                    <a:pt x="95504" y="376519"/>
                    <a:pt x="121158" y="352892"/>
                  </a:cubicBezTo>
                  <a:cubicBezTo>
                    <a:pt x="146812" y="329265"/>
                    <a:pt x="193802" y="317009"/>
                    <a:pt x="220853" y="275819"/>
                  </a:cubicBezTo>
                  <a:cubicBezTo>
                    <a:pt x="344297" y="220226"/>
                    <a:pt x="608838" y="0"/>
                    <a:pt x="608838" y="0"/>
                  </a:cubicBezTo>
                  <a:cubicBezTo>
                    <a:pt x="578358" y="3159"/>
                    <a:pt x="537083" y="31334"/>
                    <a:pt x="537083" y="31334"/>
                  </a:cubicBezTo>
                  <a:close/>
                </a:path>
              </a:pathLst>
            </a:custGeom>
            <a:solidFill>
              <a:srgbClr val="BDB3A2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0E61A79-1684-4F6B-E40E-ECA3F2B5F570}"/>
                </a:ext>
              </a:extLst>
            </p:cNvPr>
            <p:cNvSpPr/>
            <p:nvPr/>
          </p:nvSpPr>
          <p:spPr>
            <a:xfrm>
              <a:off x="1590684" y="756336"/>
              <a:ext cx="164947" cy="83071"/>
            </a:xfrm>
            <a:custGeom>
              <a:avLst/>
              <a:gdLst>
                <a:gd name="csX0" fmla="*/ 19675 w 164947"/>
                <a:gd name="csY0" fmla="*/ 72132 h 83071"/>
                <a:gd name="csX1" fmla="*/ 38344 w 164947"/>
                <a:gd name="csY1" fmla="*/ 76175 h 83071"/>
                <a:gd name="csX2" fmla="*/ 84826 w 164947"/>
                <a:gd name="csY2" fmla="*/ 81482 h 83071"/>
                <a:gd name="csX3" fmla="*/ 122926 w 164947"/>
                <a:gd name="csY3" fmla="*/ 80850 h 83071"/>
                <a:gd name="csX4" fmla="*/ 159502 w 164947"/>
                <a:gd name="csY4" fmla="*/ 56970 h 83071"/>
                <a:gd name="csX5" fmla="*/ 164836 w 164947"/>
                <a:gd name="csY5" fmla="*/ 49516 h 83071"/>
                <a:gd name="csX6" fmla="*/ 160391 w 164947"/>
                <a:gd name="csY6" fmla="*/ 39913 h 83071"/>
                <a:gd name="csX7" fmla="*/ 113528 w 164947"/>
                <a:gd name="csY7" fmla="*/ 29679 h 83071"/>
                <a:gd name="csX8" fmla="*/ 95494 w 164947"/>
                <a:gd name="csY8" fmla="*/ 11737 h 83071"/>
                <a:gd name="csX9" fmla="*/ 14341 w 164947"/>
                <a:gd name="csY9" fmla="*/ 14770 h 83071"/>
                <a:gd name="csX10" fmla="*/ 19675 w 164947"/>
                <a:gd name="csY10" fmla="*/ 72132 h 83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64947" h="83071">
                  <a:moveTo>
                    <a:pt x="19675" y="72132"/>
                  </a:moveTo>
                  <a:cubicBezTo>
                    <a:pt x="25517" y="74659"/>
                    <a:pt x="31994" y="75417"/>
                    <a:pt x="38344" y="76175"/>
                  </a:cubicBezTo>
                  <a:cubicBezTo>
                    <a:pt x="53838" y="77944"/>
                    <a:pt x="69332" y="79713"/>
                    <a:pt x="84826" y="81482"/>
                  </a:cubicBezTo>
                  <a:cubicBezTo>
                    <a:pt x="97526" y="82998"/>
                    <a:pt x="110734" y="84388"/>
                    <a:pt x="122926" y="80850"/>
                  </a:cubicBezTo>
                  <a:cubicBezTo>
                    <a:pt x="137023" y="76807"/>
                    <a:pt x="148580" y="66699"/>
                    <a:pt x="159502" y="56970"/>
                  </a:cubicBezTo>
                  <a:cubicBezTo>
                    <a:pt x="161788" y="54822"/>
                    <a:pt x="164201" y="52548"/>
                    <a:pt x="164836" y="49516"/>
                  </a:cubicBezTo>
                  <a:cubicBezTo>
                    <a:pt x="165471" y="45851"/>
                    <a:pt x="163312" y="42314"/>
                    <a:pt x="160391" y="39913"/>
                  </a:cubicBezTo>
                  <a:cubicBezTo>
                    <a:pt x="147945" y="29553"/>
                    <a:pt x="127752" y="37639"/>
                    <a:pt x="113528" y="29679"/>
                  </a:cubicBezTo>
                  <a:cubicBezTo>
                    <a:pt x="106035" y="25509"/>
                    <a:pt x="101717" y="17549"/>
                    <a:pt x="95494" y="11737"/>
                  </a:cubicBezTo>
                  <a:cubicBezTo>
                    <a:pt x="74412" y="-7973"/>
                    <a:pt x="36312" y="-13"/>
                    <a:pt x="14341" y="14770"/>
                  </a:cubicBezTo>
                  <a:cubicBezTo>
                    <a:pt x="-6360" y="28794"/>
                    <a:pt x="-4709" y="61519"/>
                    <a:pt x="19675" y="72132"/>
                  </a:cubicBezTo>
                  <a:close/>
                </a:path>
              </a:pathLst>
            </a:custGeom>
            <a:solidFill>
              <a:srgbClr val="8A8377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4DD8201-F60B-7498-B486-CCC4C747C5BE}"/>
                </a:ext>
              </a:extLst>
            </p:cNvPr>
            <p:cNvSpPr/>
            <p:nvPr/>
          </p:nvSpPr>
          <p:spPr>
            <a:xfrm>
              <a:off x="2623644" y="556313"/>
              <a:ext cx="111554" cy="104330"/>
            </a:xfrm>
            <a:custGeom>
              <a:avLst/>
              <a:gdLst>
                <a:gd name="csX0" fmla="*/ 7415 w 111554"/>
                <a:gd name="csY0" fmla="*/ 126 h 104330"/>
                <a:gd name="csX1" fmla="*/ 12749 w 111554"/>
                <a:gd name="csY1" fmla="*/ 60016 h 104330"/>
                <a:gd name="csX2" fmla="*/ 79551 w 111554"/>
                <a:gd name="csY2" fmla="*/ 102848 h 104330"/>
                <a:gd name="csX3" fmla="*/ 111555 w 111554"/>
                <a:gd name="csY3" fmla="*/ 101963 h 104330"/>
                <a:gd name="csX4" fmla="*/ 7415 w 111554"/>
                <a:gd name="csY4" fmla="*/ 0 h 104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1554" h="104330">
                  <a:moveTo>
                    <a:pt x="7415" y="126"/>
                  </a:moveTo>
                  <a:cubicBezTo>
                    <a:pt x="7415" y="126"/>
                    <a:pt x="-12397" y="34114"/>
                    <a:pt x="12749" y="60016"/>
                  </a:cubicBezTo>
                  <a:cubicBezTo>
                    <a:pt x="37895" y="85917"/>
                    <a:pt x="55167" y="98047"/>
                    <a:pt x="79551" y="102848"/>
                  </a:cubicBezTo>
                  <a:cubicBezTo>
                    <a:pt x="98601" y="106638"/>
                    <a:pt x="111555" y="101963"/>
                    <a:pt x="111555" y="101963"/>
                  </a:cubicBezTo>
                  <a:cubicBezTo>
                    <a:pt x="111555" y="101963"/>
                    <a:pt x="41578" y="47002"/>
                    <a:pt x="7415" y="0"/>
                  </a:cubicBezTo>
                  <a:close/>
                </a:path>
              </a:pathLst>
            </a:custGeom>
            <a:solidFill>
              <a:srgbClr val="BDB3A2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75B9ED6-4ED2-2371-D465-D6A36A713C6F}"/>
                </a:ext>
              </a:extLst>
            </p:cNvPr>
            <p:cNvSpPr/>
            <p:nvPr/>
          </p:nvSpPr>
          <p:spPr>
            <a:xfrm>
              <a:off x="1592791" y="757492"/>
              <a:ext cx="91823" cy="75556"/>
            </a:xfrm>
            <a:custGeom>
              <a:avLst/>
              <a:gdLst>
                <a:gd name="csX0" fmla="*/ 53510 w 91823"/>
                <a:gd name="csY0" fmla="*/ 221 h 75556"/>
                <a:gd name="csX1" fmla="*/ 85768 w 91823"/>
                <a:gd name="csY1" fmla="*/ 7802 h 75556"/>
                <a:gd name="csX2" fmla="*/ 91610 w 91823"/>
                <a:gd name="csY2" fmla="*/ 15888 h 75556"/>
                <a:gd name="csX3" fmla="*/ 20744 w 91823"/>
                <a:gd name="csY3" fmla="*/ 36736 h 75556"/>
                <a:gd name="csX4" fmla="*/ 60241 w 91823"/>
                <a:gd name="csY4" fmla="*/ 75398 h 75556"/>
                <a:gd name="csX5" fmla="*/ 53637 w 91823"/>
                <a:gd name="csY5" fmla="*/ 95 h 755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1823" h="75556">
                  <a:moveTo>
                    <a:pt x="53510" y="221"/>
                  </a:moveTo>
                  <a:cubicBezTo>
                    <a:pt x="64940" y="-537"/>
                    <a:pt x="76624" y="347"/>
                    <a:pt x="85768" y="7802"/>
                  </a:cubicBezTo>
                  <a:cubicBezTo>
                    <a:pt x="88181" y="9823"/>
                    <a:pt x="92880" y="12350"/>
                    <a:pt x="91610" y="15888"/>
                  </a:cubicBezTo>
                  <a:cubicBezTo>
                    <a:pt x="90467" y="18921"/>
                    <a:pt x="51097" y="5275"/>
                    <a:pt x="20744" y="36736"/>
                  </a:cubicBezTo>
                  <a:cubicBezTo>
                    <a:pt x="-5545" y="64027"/>
                    <a:pt x="52367" y="71482"/>
                    <a:pt x="60241" y="75398"/>
                  </a:cubicBezTo>
                  <a:cubicBezTo>
                    <a:pt x="-29167" y="79442"/>
                    <a:pt x="-8466" y="4517"/>
                    <a:pt x="53637" y="95"/>
                  </a:cubicBezTo>
                  <a:close/>
                </a:path>
              </a:pathLst>
            </a:custGeom>
            <a:solidFill>
              <a:srgbClr val="7D766B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4421D0C-1EB0-FF2F-A188-C2E5D686473F}"/>
                </a:ext>
              </a:extLst>
            </p:cNvPr>
            <p:cNvSpPr/>
            <p:nvPr/>
          </p:nvSpPr>
          <p:spPr>
            <a:xfrm>
              <a:off x="1935560" y="881912"/>
              <a:ext cx="118016" cy="48266"/>
            </a:xfrm>
            <a:custGeom>
              <a:avLst/>
              <a:gdLst>
                <a:gd name="csX0" fmla="*/ 28240 w 118016"/>
                <a:gd name="csY0" fmla="*/ 45361 h 48266"/>
                <a:gd name="csX1" fmla="*/ 5761 w 118016"/>
                <a:gd name="csY1" fmla="*/ 19459 h 48266"/>
                <a:gd name="csX2" fmla="*/ 115489 w 118016"/>
                <a:gd name="csY2" fmla="*/ 2781 h 48266"/>
                <a:gd name="csX3" fmla="*/ 45766 w 118016"/>
                <a:gd name="csY3" fmla="*/ 48267 h 48266"/>
                <a:gd name="csX4" fmla="*/ 28240 w 118016"/>
                <a:gd name="csY4" fmla="*/ 45361 h 482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8016" h="48266">
                  <a:moveTo>
                    <a:pt x="28240" y="45361"/>
                  </a:moveTo>
                  <a:cubicBezTo>
                    <a:pt x="28240" y="45361"/>
                    <a:pt x="-15321" y="33863"/>
                    <a:pt x="5761" y="19459"/>
                  </a:cubicBezTo>
                  <a:cubicBezTo>
                    <a:pt x="26843" y="5055"/>
                    <a:pt x="91994" y="-5179"/>
                    <a:pt x="115489" y="2781"/>
                  </a:cubicBezTo>
                  <a:cubicBezTo>
                    <a:pt x="138984" y="10741"/>
                    <a:pt x="-10495" y="25019"/>
                    <a:pt x="45766" y="48267"/>
                  </a:cubicBezTo>
                  <a:lnTo>
                    <a:pt x="28240" y="45361"/>
                  </a:lnTo>
                  <a:close/>
                </a:path>
              </a:pathLst>
            </a:custGeom>
            <a:solidFill>
              <a:srgbClr val="7D766B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5C547BB-2B22-C254-87B1-89A5D565E9BF}"/>
                </a:ext>
              </a:extLst>
            </p:cNvPr>
            <p:cNvSpPr/>
            <p:nvPr/>
          </p:nvSpPr>
          <p:spPr>
            <a:xfrm>
              <a:off x="2283432" y="892026"/>
              <a:ext cx="169134" cy="73510"/>
            </a:xfrm>
            <a:custGeom>
              <a:avLst/>
              <a:gdLst>
                <a:gd name="csX0" fmla="*/ 43080 w 169134"/>
                <a:gd name="csY0" fmla="*/ 24254 h 73510"/>
                <a:gd name="csX1" fmla="*/ 81053 w 169134"/>
                <a:gd name="csY1" fmla="*/ 16421 h 73510"/>
                <a:gd name="csX2" fmla="*/ 168810 w 169134"/>
                <a:gd name="csY2" fmla="*/ 21854 h 73510"/>
                <a:gd name="csX3" fmla="*/ 137060 w 169134"/>
                <a:gd name="csY3" fmla="*/ 13894 h 73510"/>
                <a:gd name="csX4" fmla="*/ 104802 w 169134"/>
                <a:gd name="csY4" fmla="*/ 17305 h 73510"/>
                <a:gd name="csX5" fmla="*/ 90070 w 169134"/>
                <a:gd name="csY5" fmla="*/ 24633 h 73510"/>
                <a:gd name="csX6" fmla="*/ 63273 w 169134"/>
                <a:gd name="csY6" fmla="*/ 31709 h 73510"/>
                <a:gd name="csX7" fmla="*/ 38254 w 169134"/>
                <a:gd name="csY7" fmla="*/ 43080 h 73510"/>
                <a:gd name="csX8" fmla="*/ 33047 w 169134"/>
                <a:gd name="csY8" fmla="*/ 52430 h 73510"/>
                <a:gd name="csX9" fmla="*/ 36984 w 169134"/>
                <a:gd name="csY9" fmla="*/ 61527 h 73510"/>
                <a:gd name="csX10" fmla="*/ 48287 w 169134"/>
                <a:gd name="csY10" fmla="*/ 70119 h 73510"/>
                <a:gd name="csX11" fmla="*/ 34571 w 169134"/>
                <a:gd name="csY11" fmla="*/ 71888 h 73510"/>
                <a:gd name="csX12" fmla="*/ 43207 w 169134"/>
                <a:gd name="csY12" fmla="*/ 24381 h 73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69134" h="73510">
                  <a:moveTo>
                    <a:pt x="43080" y="24254"/>
                  </a:moveTo>
                  <a:cubicBezTo>
                    <a:pt x="53240" y="23875"/>
                    <a:pt x="71655" y="20085"/>
                    <a:pt x="81053" y="16421"/>
                  </a:cubicBezTo>
                  <a:cubicBezTo>
                    <a:pt x="174525" y="-20094"/>
                    <a:pt x="169699" y="14652"/>
                    <a:pt x="168810" y="21854"/>
                  </a:cubicBezTo>
                  <a:cubicBezTo>
                    <a:pt x="158396" y="18569"/>
                    <a:pt x="147982" y="15283"/>
                    <a:pt x="137060" y="13894"/>
                  </a:cubicBezTo>
                  <a:cubicBezTo>
                    <a:pt x="126138" y="12504"/>
                    <a:pt x="114962" y="13009"/>
                    <a:pt x="104802" y="17305"/>
                  </a:cubicBezTo>
                  <a:cubicBezTo>
                    <a:pt x="99722" y="19453"/>
                    <a:pt x="95023" y="22485"/>
                    <a:pt x="90070" y="24633"/>
                  </a:cubicBezTo>
                  <a:cubicBezTo>
                    <a:pt x="81561" y="28297"/>
                    <a:pt x="72290" y="29687"/>
                    <a:pt x="63273" y="31709"/>
                  </a:cubicBezTo>
                  <a:cubicBezTo>
                    <a:pt x="54256" y="33730"/>
                    <a:pt x="44985" y="36763"/>
                    <a:pt x="38254" y="43080"/>
                  </a:cubicBezTo>
                  <a:cubicBezTo>
                    <a:pt x="35587" y="45607"/>
                    <a:pt x="33301" y="48766"/>
                    <a:pt x="33047" y="52430"/>
                  </a:cubicBezTo>
                  <a:cubicBezTo>
                    <a:pt x="32920" y="55841"/>
                    <a:pt x="34571" y="59126"/>
                    <a:pt x="36984" y="61527"/>
                  </a:cubicBezTo>
                  <a:cubicBezTo>
                    <a:pt x="39397" y="63928"/>
                    <a:pt x="45239" y="68476"/>
                    <a:pt x="48287" y="70119"/>
                  </a:cubicBezTo>
                  <a:cubicBezTo>
                    <a:pt x="44731" y="70624"/>
                    <a:pt x="38000" y="71256"/>
                    <a:pt x="34571" y="71888"/>
                  </a:cubicBezTo>
                  <a:cubicBezTo>
                    <a:pt x="-33247" y="83891"/>
                    <a:pt x="14759" y="25391"/>
                    <a:pt x="43207" y="24381"/>
                  </a:cubicBezTo>
                  <a:close/>
                </a:path>
              </a:pathLst>
            </a:custGeom>
            <a:solidFill>
              <a:srgbClr val="7D766B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B6B45A6-6502-9210-FAFF-94C463E51CF5}"/>
                </a:ext>
              </a:extLst>
            </p:cNvPr>
            <p:cNvSpPr/>
            <p:nvPr/>
          </p:nvSpPr>
          <p:spPr>
            <a:xfrm>
              <a:off x="1535302" y="396906"/>
              <a:ext cx="1378204" cy="935314"/>
            </a:xfrm>
            <a:custGeom>
              <a:avLst/>
              <a:gdLst>
                <a:gd name="csX0" fmla="*/ 1377950 w 1378204"/>
                <a:gd name="csY0" fmla="*/ 354616 h 935314"/>
                <a:gd name="csX1" fmla="*/ 1091438 w 1378204"/>
                <a:gd name="csY1" fmla="*/ 143613 h 935314"/>
                <a:gd name="csX2" fmla="*/ 933958 w 1378204"/>
                <a:gd name="csY2" fmla="*/ 85872 h 935314"/>
                <a:gd name="csX3" fmla="*/ 847090 w 1378204"/>
                <a:gd name="csY3" fmla="*/ 64266 h 935314"/>
                <a:gd name="csX4" fmla="*/ 682371 w 1378204"/>
                <a:gd name="csY4" fmla="*/ 7157 h 935314"/>
                <a:gd name="csX5" fmla="*/ 517144 w 1378204"/>
                <a:gd name="csY5" fmla="*/ 85872 h 935314"/>
                <a:gd name="csX6" fmla="*/ 171450 w 1378204"/>
                <a:gd name="csY6" fmla="*/ 254674 h 935314"/>
                <a:gd name="csX7" fmla="*/ 0 w 1378204"/>
                <a:gd name="csY7" fmla="*/ 387719 h 935314"/>
                <a:gd name="csX8" fmla="*/ 0 w 1378204"/>
                <a:gd name="csY8" fmla="*/ 578253 h 935314"/>
                <a:gd name="csX9" fmla="*/ 688467 w 1378204"/>
                <a:gd name="csY9" fmla="*/ 935314 h 935314"/>
                <a:gd name="csX10" fmla="*/ 1378204 w 1378204"/>
                <a:gd name="csY10" fmla="*/ 578253 h 935314"/>
                <a:gd name="csX11" fmla="*/ 1378204 w 1378204"/>
                <a:gd name="csY11" fmla="*/ 354616 h 935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378204" h="935314">
                  <a:moveTo>
                    <a:pt x="1377950" y="354616"/>
                  </a:moveTo>
                  <a:cubicBezTo>
                    <a:pt x="1207008" y="277164"/>
                    <a:pt x="1162812" y="224097"/>
                    <a:pt x="1091438" y="143613"/>
                  </a:cubicBezTo>
                  <a:cubicBezTo>
                    <a:pt x="1051560" y="98633"/>
                    <a:pt x="987298" y="116196"/>
                    <a:pt x="933958" y="85872"/>
                  </a:cubicBezTo>
                  <a:cubicBezTo>
                    <a:pt x="880618" y="55548"/>
                    <a:pt x="899541" y="90168"/>
                    <a:pt x="847090" y="64266"/>
                  </a:cubicBezTo>
                  <a:cubicBezTo>
                    <a:pt x="730758" y="6778"/>
                    <a:pt x="766318" y="-11796"/>
                    <a:pt x="682371" y="7157"/>
                  </a:cubicBezTo>
                  <a:cubicBezTo>
                    <a:pt x="598424" y="26109"/>
                    <a:pt x="568452" y="43798"/>
                    <a:pt x="517144" y="85872"/>
                  </a:cubicBezTo>
                  <a:cubicBezTo>
                    <a:pt x="445516" y="144750"/>
                    <a:pt x="281940" y="262255"/>
                    <a:pt x="171450" y="254674"/>
                  </a:cubicBezTo>
                  <a:cubicBezTo>
                    <a:pt x="60833" y="247093"/>
                    <a:pt x="0" y="387719"/>
                    <a:pt x="0" y="387719"/>
                  </a:cubicBezTo>
                  <a:lnTo>
                    <a:pt x="0" y="578253"/>
                  </a:lnTo>
                  <a:lnTo>
                    <a:pt x="688467" y="935314"/>
                  </a:lnTo>
                  <a:lnTo>
                    <a:pt x="1378204" y="578253"/>
                  </a:lnTo>
                  <a:lnTo>
                    <a:pt x="1378204" y="354616"/>
                  </a:lnTo>
                  <a:close/>
                </a:path>
              </a:pathLst>
            </a:custGeom>
            <a:noFill/>
            <a:ln w="12700" cap="flat">
              <a:solidFill>
                <a:srgbClr val="7D766B"/>
              </a:solidFill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</p:grpSp>
      <p:grpSp>
        <p:nvGrpSpPr>
          <p:cNvPr id="23" name="Graphic 147">
            <a:extLst>
              <a:ext uri="{FF2B5EF4-FFF2-40B4-BE49-F238E27FC236}">
                <a16:creationId xmlns:a16="http://schemas.microsoft.com/office/drawing/2014/main" id="{1E65FE7F-3370-DFB1-31AD-1F8113C0F08E}"/>
              </a:ext>
            </a:extLst>
          </p:cNvPr>
          <p:cNvGrpSpPr/>
          <p:nvPr/>
        </p:nvGrpSpPr>
        <p:grpSpPr>
          <a:xfrm>
            <a:off x="13476147" y="5473289"/>
            <a:ext cx="777986" cy="773993"/>
            <a:chOff x="2174113" y="325474"/>
            <a:chExt cx="127000" cy="126348"/>
          </a:xfrm>
          <a:blipFill dpi="0" rotWithShape="1">
            <a:blip r:embed="rId3"/>
            <a:srcRect/>
            <a:tile tx="50800" ty="0" sx="100000" sy="100000" flip="none" algn="tl"/>
          </a:blip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807EBDC-FDB9-8165-2E70-DD0C17056FD3}"/>
                </a:ext>
              </a:extLst>
            </p:cNvPr>
            <p:cNvSpPr/>
            <p:nvPr/>
          </p:nvSpPr>
          <p:spPr>
            <a:xfrm>
              <a:off x="2174113" y="325474"/>
              <a:ext cx="127000" cy="126348"/>
            </a:xfrm>
            <a:prstGeom prst="ellipse">
              <a:avLst/>
            </a:prstGeom>
            <a:grpFill/>
            <a:ln w="6350" cap="flat">
              <a:solidFill>
                <a:srgbClr val="67436B"/>
              </a:solidFill>
              <a:prstDash val="solid"/>
              <a:miter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983A34AA-3E87-46A1-64AA-F7721C16441A}"/>
                </a:ext>
              </a:extLst>
            </p:cNvPr>
            <p:cNvSpPr/>
            <p:nvPr/>
          </p:nvSpPr>
          <p:spPr>
            <a:xfrm>
              <a:off x="2222245" y="337351"/>
              <a:ext cx="74246" cy="108842"/>
            </a:xfrm>
            <a:custGeom>
              <a:avLst/>
              <a:gdLst>
                <a:gd name="csX0" fmla="*/ 127 w 74246"/>
                <a:gd name="csY0" fmla="*/ 107396 h 108842"/>
                <a:gd name="csX1" fmla="*/ 72898 w 74246"/>
                <a:gd name="csY1" fmla="*/ 60521 h 108842"/>
                <a:gd name="csX2" fmla="*/ 44831 w 74246"/>
                <a:gd name="csY2" fmla="*/ 0 h 108842"/>
                <a:gd name="csX3" fmla="*/ 0 w 74246"/>
                <a:gd name="csY3" fmla="*/ 107396 h 108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246" h="108842">
                  <a:moveTo>
                    <a:pt x="127" y="107396"/>
                  </a:moveTo>
                  <a:cubicBezTo>
                    <a:pt x="127" y="107396"/>
                    <a:pt x="57912" y="121674"/>
                    <a:pt x="72898" y="60521"/>
                  </a:cubicBezTo>
                  <a:cubicBezTo>
                    <a:pt x="81661" y="24891"/>
                    <a:pt x="44831" y="0"/>
                    <a:pt x="44831" y="0"/>
                  </a:cubicBezTo>
                  <a:cubicBezTo>
                    <a:pt x="44831" y="0"/>
                    <a:pt x="82804" y="90718"/>
                    <a:pt x="0" y="10739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FFF202E-3AAB-B5DA-3B85-230A15DD3361}"/>
                </a:ext>
              </a:extLst>
            </p:cNvPr>
            <p:cNvSpPr/>
            <p:nvPr/>
          </p:nvSpPr>
          <p:spPr>
            <a:xfrm>
              <a:off x="2191257" y="348872"/>
              <a:ext cx="22664" cy="23316"/>
            </a:xfrm>
            <a:custGeom>
              <a:avLst/>
              <a:gdLst>
                <a:gd name="csX0" fmla="*/ 0 w 22664"/>
                <a:gd name="csY0" fmla="*/ 22592 h 23316"/>
                <a:gd name="csX1" fmla="*/ 17145 w 22664"/>
                <a:gd name="csY1" fmla="*/ 355 h 23316"/>
                <a:gd name="csX2" fmla="*/ 17145 w 22664"/>
                <a:gd name="csY2" fmla="*/ 13874 h 23316"/>
                <a:gd name="csX3" fmla="*/ 0 w 22664"/>
                <a:gd name="csY3" fmla="*/ 22592 h 233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664" h="23316">
                  <a:moveTo>
                    <a:pt x="0" y="22592"/>
                  </a:moveTo>
                  <a:cubicBezTo>
                    <a:pt x="0" y="22592"/>
                    <a:pt x="7620" y="-3309"/>
                    <a:pt x="17145" y="355"/>
                  </a:cubicBezTo>
                  <a:cubicBezTo>
                    <a:pt x="26670" y="4019"/>
                    <a:pt x="21971" y="9958"/>
                    <a:pt x="17145" y="13874"/>
                  </a:cubicBezTo>
                  <a:cubicBezTo>
                    <a:pt x="12319" y="17791"/>
                    <a:pt x="6731" y="25751"/>
                    <a:pt x="0" y="22592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</p:grpSp>
      <p:grpSp>
        <p:nvGrpSpPr>
          <p:cNvPr id="27" name="Graphic 147">
            <a:extLst>
              <a:ext uri="{FF2B5EF4-FFF2-40B4-BE49-F238E27FC236}">
                <a16:creationId xmlns:a16="http://schemas.microsoft.com/office/drawing/2014/main" id="{2A7B9AB6-F1DF-70D7-1B17-0CD14CE54D0A}"/>
              </a:ext>
            </a:extLst>
          </p:cNvPr>
          <p:cNvGrpSpPr/>
          <p:nvPr/>
        </p:nvGrpSpPr>
        <p:grpSpPr>
          <a:xfrm>
            <a:off x="10031997" y="7724838"/>
            <a:ext cx="777986" cy="773993"/>
            <a:chOff x="1611883" y="693022"/>
            <a:chExt cx="127000" cy="126348"/>
          </a:xfrm>
          <a:blipFill>
            <a:blip r:embed="rId4"/>
            <a:tile tx="0" ty="0" sx="100000" sy="100000" flip="none" algn="tl"/>
          </a:blip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7E937BE-A633-5A06-F507-162DD6FD5694}"/>
                </a:ext>
              </a:extLst>
            </p:cNvPr>
            <p:cNvSpPr/>
            <p:nvPr/>
          </p:nvSpPr>
          <p:spPr>
            <a:xfrm>
              <a:off x="1611883" y="693022"/>
              <a:ext cx="127000" cy="126348"/>
            </a:xfrm>
            <a:prstGeom prst="ellipse">
              <a:avLst/>
            </a:prstGeom>
            <a:grpFill/>
            <a:ln w="6350" cap="flat">
              <a:solidFill>
                <a:srgbClr val="8F4758"/>
              </a:solidFill>
              <a:prstDash val="solid"/>
              <a:miter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22995E1-0C03-4FE2-FF66-369E5C068143}"/>
                </a:ext>
              </a:extLst>
            </p:cNvPr>
            <p:cNvSpPr/>
            <p:nvPr/>
          </p:nvSpPr>
          <p:spPr>
            <a:xfrm>
              <a:off x="1660017" y="704899"/>
              <a:ext cx="74245" cy="108842"/>
            </a:xfrm>
            <a:custGeom>
              <a:avLst/>
              <a:gdLst>
                <a:gd name="csX0" fmla="*/ 127 w 74245"/>
                <a:gd name="csY0" fmla="*/ 107396 h 108842"/>
                <a:gd name="csX1" fmla="*/ 72898 w 74245"/>
                <a:gd name="csY1" fmla="*/ 60521 h 108842"/>
                <a:gd name="csX2" fmla="*/ 44831 w 74245"/>
                <a:gd name="csY2" fmla="*/ 0 h 108842"/>
                <a:gd name="csX3" fmla="*/ 0 w 74245"/>
                <a:gd name="csY3" fmla="*/ 107396 h 108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245" h="108842">
                  <a:moveTo>
                    <a:pt x="127" y="107396"/>
                  </a:moveTo>
                  <a:cubicBezTo>
                    <a:pt x="127" y="107396"/>
                    <a:pt x="57912" y="121674"/>
                    <a:pt x="72898" y="60521"/>
                  </a:cubicBezTo>
                  <a:cubicBezTo>
                    <a:pt x="81661" y="24891"/>
                    <a:pt x="44831" y="0"/>
                    <a:pt x="44831" y="0"/>
                  </a:cubicBezTo>
                  <a:cubicBezTo>
                    <a:pt x="44831" y="0"/>
                    <a:pt x="82804" y="90718"/>
                    <a:pt x="0" y="10739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DEE01B83-7E30-9D69-4DB5-E20C2E4974DC}"/>
                </a:ext>
              </a:extLst>
            </p:cNvPr>
            <p:cNvSpPr/>
            <p:nvPr/>
          </p:nvSpPr>
          <p:spPr>
            <a:xfrm>
              <a:off x="1628901" y="716421"/>
              <a:ext cx="22664" cy="23316"/>
            </a:xfrm>
            <a:custGeom>
              <a:avLst/>
              <a:gdLst>
                <a:gd name="csX0" fmla="*/ 0 w 22664"/>
                <a:gd name="csY0" fmla="*/ 22592 h 23316"/>
                <a:gd name="csX1" fmla="*/ 17145 w 22664"/>
                <a:gd name="csY1" fmla="*/ 355 h 23316"/>
                <a:gd name="csX2" fmla="*/ 17145 w 22664"/>
                <a:gd name="csY2" fmla="*/ 13874 h 23316"/>
                <a:gd name="csX3" fmla="*/ 0 w 22664"/>
                <a:gd name="csY3" fmla="*/ 22592 h 233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664" h="23316">
                  <a:moveTo>
                    <a:pt x="0" y="22592"/>
                  </a:moveTo>
                  <a:cubicBezTo>
                    <a:pt x="0" y="22592"/>
                    <a:pt x="7620" y="-3309"/>
                    <a:pt x="17145" y="355"/>
                  </a:cubicBezTo>
                  <a:cubicBezTo>
                    <a:pt x="26670" y="4019"/>
                    <a:pt x="21971" y="9958"/>
                    <a:pt x="17145" y="13874"/>
                  </a:cubicBezTo>
                  <a:cubicBezTo>
                    <a:pt x="12319" y="17791"/>
                    <a:pt x="6731" y="25751"/>
                    <a:pt x="0" y="22592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A097F75A-824F-200F-5FF3-F775F9154F5A}"/>
              </a:ext>
            </a:extLst>
          </p:cNvPr>
          <p:cNvSpPr/>
          <p:nvPr/>
        </p:nvSpPr>
        <p:spPr>
          <a:xfrm>
            <a:off x="10652842" y="6021279"/>
            <a:ext cx="3017807" cy="1989944"/>
          </a:xfrm>
          <a:custGeom>
            <a:avLst/>
            <a:gdLst>
              <a:gd name="csX0" fmla="*/ 0 w 492633"/>
              <a:gd name="csY0" fmla="*/ 324842 h 324842"/>
              <a:gd name="csX1" fmla="*/ 492633 w 492633"/>
              <a:gd name="csY1" fmla="*/ 0 h 3248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92633" h="324842">
                <a:moveTo>
                  <a:pt x="0" y="324842"/>
                </a:moveTo>
                <a:cubicBezTo>
                  <a:pt x="0" y="324842"/>
                  <a:pt x="255143" y="245748"/>
                  <a:pt x="492633" y="0"/>
                </a:cubicBezTo>
              </a:path>
            </a:pathLst>
          </a:custGeom>
          <a:noFill/>
          <a:ln w="127000" cap="flat">
            <a:solidFill>
              <a:srgbClr val="1B9E77"/>
            </a:solidFill>
            <a:prstDash val="solid"/>
            <a:miter/>
            <a:headEnd type="triangl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endParaRPr lang="en-US" sz="162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F10BF0-CCEC-05C2-551D-94713DD3581D}"/>
              </a:ext>
            </a:extLst>
          </p:cNvPr>
          <p:cNvGrpSpPr/>
          <p:nvPr/>
        </p:nvGrpSpPr>
        <p:grpSpPr>
          <a:xfrm>
            <a:off x="18779682" y="5910873"/>
            <a:ext cx="8462158" cy="5729617"/>
            <a:chOff x="3039872" y="396906"/>
            <a:chExt cx="1381379" cy="935314"/>
          </a:xfrm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6A85A24-2623-7D44-D0A2-15E4D2638552}"/>
                </a:ext>
              </a:extLst>
            </p:cNvPr>
            <p:cNvSpPr/>
            <p:nvPr/>
          </p:nvSpPr>
          <p:spPr>
            <a:xfrm>
              <a:off x="3039872" y="396906"/>
              <a:ext cx="1378204" cy="935314"/>
            </a:xfrm>
            <a:custGeom>
              <a:avLst/>
              <a:gdLst>
                <a:gd name="csX0" fmla="*/ 1377950 w 1378204"/>
                <a:gd name="csY0" fmla="*/ 354616 h 935314"/>
                <a:gd name="csX1" fmla="*/ 1091438 w 1378204"/>
                <a:gd name="csY1" fmla="*/ 143613 h 935314"/>
                <a:gd name="csX2" fmla="*/ 933958 w 1378204"/>
                <a:gd name="csY2" fmla="*/ 85872 h 935314"/>
                <a:gd name="csX3" fmla="*/ 847090 w 1378204"/>
                <a:gd name="csY3" fmla="*/ 64266 h 935314"/>
                <a:gd name="csX4" fmla="*/ 682371 w 1378204"/>
                <a:gd name="csY4" fmla="*/ 7157 h 935314"/>
                <a:gd name="csX5" fmla="*/ 517144 w 1378204"/>
                <a:gd name="csY5" fmla="*/ 85872 h 935314"/>
                <a:gd name="csX6" fmla="*/ 171450 w 1378204"/>
                <a:gd name="csY6" fmla="*/ 254674 h 935314"/>
                <a:gd name="csX7" fmla="*/ 0 w 1378204"/>
                <a:gd name="csY7" fmla="*/ 387719 h 935314"/>
                <a:gd name="csX8" fmla="*/ 0 w 1378204"/>
                <a:gd name="csY8" fmla="*/ 578253 h 935314"/>
                <a:gd name="csX9" fmla="*/ 688467 w 1378204"/>
                <a:gd name="csY9" fmla="*/ 935314 h 935314"/>
                <a:gd name="csX10" fmla="*/ 1378204 w 1378204"/>
                <a:gd name="csY10" fmla="*/ 578253 h 935314"/>
                <a:gd name="csX11" fmla="*/ 1378204 w 1378204"/>
                <a:gd name="csY11" fmla="*/ 354616 h 935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378204" h="935314">
                  <a:moveTo>
                    <a:pt x="1377950" y="354616"/>
                  </a:moveTo>
                  <a:cubicBezTo>
                    <a:pt x="1207008" y="277164"/>
                    <a:pt x="1162812" y="224097"/>
                    <a:pt x="1091438" y="143613"/>
                  </a:cubicBezTo>
                  <a:cubicBezTo>
                    <a:pt x="1051560" y="98633"/>
                    <a:pt x="987298" y="116196"/>
                    <a:pt x="933958" y="85872"/>
                  </a:cubicBezTo>
                  <a:cubicBezTo>
                    <a:pt x="880618" y="55548"/>
                    <a:pt x="899541" y="90168"/>
                    <a:pt x="847090" y="64266"/>
                  </a:cubicBezTo>
                  <a:cubicBezTo>
                    <a:pt x="730758" y="6778"/>
                    <a:pt x="766318" y="-11796"/>
                    <a:pt x="682371" y="7157"/>
                  </a:cubicBezTo>
                  <a:cubicBezTo>
                    <a:pt x="598424" y="26109"/>
                    <a:pt x="568452" y="43798"/>
                    <a:pt x="517144" y="85872"/>
                  </a:cubicBezTo>
                  <a:cubicBezTo>
                    <a:pt x="445516" y="144750"/>
                    <a:pt x="281940" y="262255"/>
                    <a:pt x="171450" y="254674"/>
                  </a:cubicBezTo>
                  <a:cubicBezTo>
                    <a:pt x="60833" y="247093"/>
                    <a:pt x="0" y="387719"/>
                    <a:pt x="0" y="387719"/>
                  </a:cubicBezTo>
                  <a:lnTo>
                    <a:pt x="0" y="578253"/>
                  </a:lnTo>
                  <a:lnTo>
                    <a:pt x="688467" y="935314"/>
                  </a:lnTo>
                  <a:lnTo>
                    <a:pt x="1378204" y="578253"/>
                  </a:lnTo>
                  <a:lnTo>
                    <a:pt x="1378204" y="354616"/>
                  </a:lnTo>
                  <a:close/>
                </a:path>
              </a:pathLst>
            </a:custGeom>
            <a:solidFill>
              <a:srgbClr val="D0C4B1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8C8195B4-33EB-C00A-B598-AACB1113AA39}"/>
                </a:ext>
              </a:extLst>
            </p:cNvPr>
            <p:cNvSpPr/>
            <p:nvPr/>
          </p:nvSpPr>
          <p:spPr>
            <a:xfrm>
              <a:off x="3313048" y="441848"/>
              <a:ext cx="420502" cy="584505"/>
            </a:xfrm>
            <a:custGeom>
              <a:avLst/>
              <a:gdLst>
                <a:gd name="csX0" fmla="*/ 0 w 420502"/>
                <a:gd name="csY0" fmla="*/ 464703 h 584505"/>
                <a:gd name="csX1" fmla="*/ 173609 w 420502"/>
                <a:gd name="csY1" fmla="*/ 309547 h 584505"/>
                <a:gd name="csX2" fmla="*/ 295148 w 420502"/>
                <a:gd name="csY2" fmla="*/ 155781 h 584505"/>
                <a:gd name="csX3" fmla="*/ 378460 w 420502"/>
                <a:gd name="csY3" fmla="*/ 36634 h 584505"/>
                <a:gd name="csX4" fmla="*/ 415163 w 420502"/>
                <a:gd name="csY4" fmla="*/ 21977 h 584505"/>
                <a:gd name="csX5" fmla="*/ 376047 w 420502"/>
                <a:gd name="csY5" fmla="*/ 180798 h 584505"/>
                <a:gd name="csX6" fmla="*/ 344678 w 420502"/>
                <a:gd name="csY6" fmla="*/ 288321 h 584505"/>
                <a:gd name="csX7" fmla="*/ 272034 w 420502"/>
                <a:gd name="csY7" fmla="*/ 384219 h 584505"/>
                <a:gd name="csX8" fmla="*/ 179197 w 420502"/>
                <a:gd name="csY8" fmla="*/ 583218 h 584505"/>
                <a:gd name="csX9" fmla="*/ 91694 w 420502"/>
                <a:gd name="csY9" fmla="*/ 525856 h 584505"/>
                <a:gd name="csX10" fmla="*/ 127 w 420502"/>
                <a:gd name="csY10" fmla="*/ 464830 h 5845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20502" h="584505">
                  <a:moveTo>
                    <a:pt x="0" y="464703"/>
                  </a:moveTo>
                  <a:cubicBezTo>
                    <a:pt x="0" y="464703"/>
                    <a:pt x="110236" y="337218"/>
                    <a:pt x="173609" y="309547"/>
                  </a:cubicBezTo>
                  <a:cubicBezTo>
                    <a:pt x="236982" y="281877"/>
                    <a:pt x="290068" y="188505"/>
                    <a:pt x="295148" y="155781"/>
                  </a:cubicBezTo>
                  <a:cubicBezTo>
                    <a:pt x="300228" y="123056"/>
                    <a:pt x="358267" y="51669"/>
                    <a:pt x="378460" y="36634"/>
                  </a:cubicBezTo>
                  <a:cubicBezTo>
                    <a:pt x="398653" y="21598"/>
                    <a:pt x="433959" y="-28436"/>
                    <a:pt x="415163" y="21977"/>
                  </a:cubicBezTo>
                  <a:cubicBezTo>
                    <a:pt x="396240" y="72391"/>
                    <a:pt x="403860" y="147947"/>
                    <a:pt x="376047" y="180798"/>
                  </a:cubicBezTo>
                  <a:cubicBezTo>
                    <a:pt x="348234" y="213648"/>
                    <a:pt x="377571" y="248015"/>
                    <a:pt x="344678" y="288321"/>
                  </a:cubicBezTo>
                  <a:cubicBezTo>
                    <a:pt x="311785" y="328626"/>
                    <a:pt x="299085" y="321171"/>
                    <a:pt x="272034" y="384219"/>
                  </a:cubicBezTo>
                  <a:cubicBezTo>
                    <a:pt x="173609" y="613163"/>
                    <a:pt x="179197" y="583218"/>
                    <a:pt x="179197" y="583218"/>
                  </a:cubicBezTo>
                  <a:cubicBezTo>
                    <a:pt x="179197" y="583218"/>
                    <a:pt x="118364" y="567046"/>
                    <a:pt x="91694" y="525856"/>
                  </a:cubicBezTo>
                  <a:cubicBezTo>
                    <a:pt x="70993" y="494016"/>
                    <a:pt x="32766" y="476706"/>
                    <a:pt x="127" y="464830"/>
                  </a:cubicBezTo>
                  <a:close/>
                </a:path>
              </a:pathLst>
            </a:custGeom>
            <a:solidFill>
              <a:srgbClr val="BDB3A2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39CDC254-9EEB-CB27-3A86-0953E23C2ACD}"/>
                </a:ext>
              </a:extLst>
            </p:cNvPr>
            <p:cNvSpPr/>
            <p:nvPr/>
          </p:nvSpPr>
          <p:spPr>
            <a:xfrm>
              <a:off x="3157092" y="443483"/>
              <a:ext cx="540258" cy="464836"/>
            </a:xfrm>
            <a:custGeom>
              <a:avLst/>
              <a:gdLst>
                <a:gd name="csX0" fmla="*/ 119888 w 540258"/>
                <a:gd name="csY0" fmla="*/ 464837 h 464836"/>
                <a:gd name="csX1" fmla="*/ 313309 w 540258"/>
                <a:gd name="csY1" fmla="*/ 294013 h 464836"/>
                <a:gd name="csX2" fmla="*/ 417195 w 540258"/>
                <a:gd name="csY2" fmla="*/ 159073 h 464836"/>
                <a:gd name="csX3" fmla="*/ 540258 w 540258"/>
                <a:gd name="csY3" fmla="*/ 0 h 464836"/>
                <a:gd name="csX4" fmla="*/ 413766 w 540258"/>
                <a:gd name="csY4" fmla="*/ 138984 h 464836"/>
                <a:gd name="csX5" fmla="*/ 336550 w 540258"/>
                <a:gd name="csY5" fmla="*/ 230586 h 464836"/>
                <a:gd name="csX6" fmla="*/ 266319 w 540258"/>
                <a:gd name="csY6" fmla="*/ 283779 h 464836"/>
                <a:gd name="csX7" fmla="*/ 171069 w 540258"/>
                <a:gd name="csY7" fmla="*/ 344174 h 464836"/>
                <a:gd name="csX8" fmla="*/ 102997 w 540258"/>
                <a:gd name="csY8" fmla="*/ 408233 h 464836"/>
                <a:gd name="csX9" fmla="*/ 0 w 540258"/>
                <a:gd name="csY9" fmla="*/ 462942 h 464836"/>
                <a:gd name="csX10" fmla="*/ 119761 w 540258"/>
                <a:gd name="csY10" fmla="*/ 464710 h 4648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40258" h="464836">
                  <a:moveTo>
                    <a:pt x="119888" y="464837"/>
                  </a:moveTo>
                  <a:cubicBezTo>
                    <a:pt x="119888" y="464837"/>
                    <a:pt x="226568" y="336719"/>
                    <a:pt x="313309" y="294013"/>
                  </a:cubicBezTo>
                  <a:cubicBezTo>
                    <a:pt x="358648" y="271776"/>
                    <a:pt x="412877" y="194324"/>
                    <a:pt x="417195" y="159073"/>
                  </a:cubicBezTo>
                  <a:cubicBezTo>
                    <a:pt x="421894" y="121295"/>
                    <a:pt x="467995" y="59258"/>
                    <a:pt x="540258" y="0"/>
                  </a:cubicBezTo>
                  <a:cubicBezTo>
                    <a:pt x="540258" y="0"/>
                    <a:pt x="470027" y="57110"/>
                    <a:pt x="413766" y="138984"/>
                  </a:cubicBezTo>
                  <a:cubicBezTo>
                    <a:pt x="357505" y="220858"/>
                    <a:pt x="366395" y="206201"/>
                    <a:pt x="336550" y="230586"/>
                  </a:cubicBezTo>
                  <a:cubicBezTo>
                    <a:pt x="311404" y="251181"/>
                    <a:pt x="298450" y="255856"/>
                    <a:pt x="266319" y="283779"/>
                  </a:cubicBezTo>
                  <a:cubicBezTo>
                    <a:pt x="234188" y="311702"/>
                    <a:pt x="189103" y="318146"/>
                    <a:pt x="171069" y="344174"/>
                  </a:cubicBezTo>
                  <a:cubicBezTo>
                    <a:pt x="153035" y="370202"/>
                    <a:pt x="107061" y="388017"/>
                    <a:pt x="102997" y="408233"/>
                  </a:cubicBezTo>
                  <a:cubicBezTo>
                    <a:pt x="98933" y="428448"/>
                    <a:pt x="0" y="462942"/>
                    <a:pt x="0" y="462942"/>
                  </a:cubicBezTo>
                  <a:cubicBezTo>
                    <a:pt x="0" y="462942"/>
                    <a:pt x="78486" y="435777"/>
                    <a:pt x="119761" y="464710"/>
                  </a:cubicBezTo>
                  <a:close/>
                </a:path>
              </a:pathLst>
            </a:custGeom>
            <a:solidFill>
              <a:srgbClr val="FFEFD5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9B1EEEC-AC17-980E-9DC2-D499E747165F}"/>
                </a:ext>
              </a:extLst>
            </p:cNvPr>
            <p:cNvSpPr/>
            <p:nvPr/>
          </p:nvSpPr>
          <p:spPr>
            <a:xfrm>
              <a:off x="3628644" y="461172"/>
              <a:ext cx="140200" cy="619866"/>
            </a:xfrm>
            <a:custGeom>
              <a:avLst/>
              <a:gdLst>
                <a:gd name="csX0" fmla="*/ 118618 w 140200"/>
                <a:gd name="csY0" fmla="*/ 0 h 619866"/>
                <a:gd name="csX1" fmla="*/ 125476 w 140200"/>
                <a:gd name="csY1" fmla="*/ 147449 h 619866"/>
                <a:gd name="csX2" fmla="*/ 92329 w 140200"/>
                <a:gd name="csY2" fmla="*/ 318272 h 619866"/>
                <a:gd name="csX3" fmla="*/ 79375 w 140200"/>
                <a:gd name="csY3" fmla="*/ 388396 h 619866"/>
                <a:gd name="csX4" fmla="*/ 33909 w 140200"/>
                <a:gd name="csY4" fmla="*/ 479999 h 619866"/>
                <a:gd name="csX5" fmla="*/ 14351 w 140200"/>
                <a:gd name="csY5" fmla="*/ 548985 h 619866"/>
                <a:gd name="csX6" fmla="*/ 0 w 140200"/>
                <a:gd name="csY6" fmla="*/ 619867 h 619866"/>
                <a:gd name="csX7" fmla="*/ 110109 w 140200"/>
                <a:gd name="csY7" fmla="*/ 616203 h 619866"/>
                <a:gd name="csX8" fmla="*/ 124460 w 140200"/>
                <a:gd name="csY8" fmla="*/ 425669 h 619866"/>
                <a:gd name="csX9" fmla="*/ 139954 w 140200"/>
                <a:gd name="csY9" fmla="*/ 298183 h 619866"/>
                <a:gd name="csX10" fmla="*/ 139192 w 140200"/>
                <a:gd name="csY10" fmla="*/ 243600 h 619866"/>
                <a:gd name="csX11" fmla="*/ 118745 w 140200"/>
                <a:gd name="csY11" fmla="*/ 0 h 619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0200" h="619866">
                  <a:moveTo>
                    <a:pt x="118618" y="0"/>
                  </a:moveTo>
                  <a:cubicBezTo>
                    <a:pt x="118618" y="0"/>
                    <a:pt x="138430" y="89202"/>
                    <a:pt x="125476" y="147449"/>
                  </a:cubicBezTo>
                  <a:cubicBezTo>
                    <a:pt x="112522" y="205696"/>
                    <a:pt x="85852" y="288075"/>
                    <a:pt x="92329" y="318272"/>
                  </a:cubicBezTo>
                  <a:cubicBezTo>
                    <a:pt x="98806" y="348470"/>
                    <a:pt x="81534" y="344174"/>
                    <a:pt x="79375" y="388396"/>
                  </a:cubicBezTo>
                  <a:cubicBezTo>
                    <a:pt x="77216" y="432618"/>
                    <a:pt x="36068" y="434766"/>
                    <a:pt x="33909" y="479999"/>
                  </a:cubicBezTo>
                  <a:cubicBezTo>
                    <a:pt x="31750" y="525232"/>
                    <a:pt x="14351" y="548985"/>
                    <a:pt x="14351" y="548985"/>
                  </a:cubicBezTo>
                  <a:lnTo>
                    <a:pt x="0" y="619867"/>
                  </a:lnTo>
                  <a:cubicBezTo>
                    <a:pt x="0" y="619867"/>
                    <a:pt x="77978" y="590175"/>
                    <a:pt x="110109" y="616203"/>
                  </a:cubicBezTo>
                  <a:cubicBezTo>
                    <a:pt x="110109" y="616203"/>
                    <a:pt x="114554" y="483410"/>
                    <a:pt x="124460" y="425669"/>
                  </a:cubicBezTo>
                  <a:cubicBezTo>
                    <a:pt x="133604" y="371971"/>
                    <a:pt x="141732" y="324463"/>
                    <a:pt x="139954" y="298183"/>
                  </a:cubicBezTo>
                  <a:cubicBezTo>
                    <a:pt x="138430" y="275946"/>
                    <a:pt x="140716" y="260784"/>
                    <a:pt x="139192" y="243600"/>
                  </a:cubicBezTo>
                  <a:cubicBezTo>
                    <a:pt x="138049" y="229828"/>
                    <a:pt x="146939" y="45233"/>
                    <a:pt x="118745" y="0"/>
                  </a:cubicBezTo>
                  <a:close/>
                </a:path>
              </a:pathLst>
            </a:custGeom>
            <a:solidFill>
              <a:srgbClr val="FFEFD5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2F7CB3A-4F95-E143-55DB-ED338DFFD36E}"/>
                </a:ext>
              </a:extLst>
            </p:cNvPr>
            <p:cNvSpPr/>
            <p:nvPr/>
          </p:nvSpPr>
          <p:spPr>
            <a:xfrm>
              <a:off x="3041066" y="798902"/>
              <a:ext cx="688466" cy="533191"/>
            </a:xfrm>
            <a:custGeom>
              <a:avLst/>
              <a:gdLst>
                <a:gd name="csX0" fmla="*/ 273304 w 688466"/>
                <a:gd name="csY0" fmla="*/ 91350 h 533191"/>
                <a:gd name="csX1" fmla="*/ 106807 w 688466"/>
                <a:gd name="csY1" fmla="*/ 84275 h 533191"/>
                <a:gd name="csX2" fmla="*/ 0 w 688466"/>
                <a:gd name="csY2" fmla="*/ 0 h 533191"/>
                <a:gd name="csX3" fmla="*/ 0 w 688466"/>
                <a:gd name="csY3" fmla="*/ 176130 h 533191"/>
                <a:gd name="csX4" fmla="*/ 688467 w 688466"/>
                <a:gd name="csY4" fmla="*/ 533192 h 533191"/>
                <a:gd name="csX5" fmla="*/ 688467 w 688466"/>
                <a:gd name="csY5" fmla="*/ 223385 h 533191"/>
                <a:gd name="csX6" fmla="*/ 273304 w 688466"/>
                <a:gd name="csY6" fmla="*/ 91224 h 533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88466" h="533191">
                  <a:moveTo>
                    <a:pt x="273304" y="91350"/>
                  </a:moveTo>
                  <a:cubicBezTo>
                    <a:pt x="194691" y="64564"/>
                    <a:pt x="195199" y="96278"/>
                    <a:pt x="106807" y="84275"/>
                  </a:cubicBezTo>
                  <a:cubicBezTo>
                    <a:pt x="58293" y="77704"/>
                    <a:pt x="0" y="0"/>
                    <a:pt x="0" y="0"/>
                  </a:cubicBezTo>
                  <a:lnTo>
                    <a:pt x="0" y="176130"/>
                  </a:lnTo>
                  <a:lnTo>
                    <a:pt x="688467" y="533192"/>
                  </a:lnTo>
                  <a:lnTo>
                    <a:pt x="688467" y="223385"/>
                  </a:lnTo>
                  <a:cubicBezTo>
                    <a:pt x="382270" y="206580"/>
                    <a:pt x="351917" y="118010"/>
                    <a:pt x="273304" y="91224"/>
                  </a:cubicBezTo>
                  <a:close/>
                </a:path>
              </a:pathLst>
            </a:custGeom>
            <a:solidFill>
              <a:srgbClr val="FFEFD5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42CF0A16-41BE-D117-3079-FA1770D81100}"/>
                </a:ext>
              </a:extLst>
            </p:cNvPr>
            <p:cNvSpPr/>
            <p:nvPr/>
          </p:nvSpPr>
          <p:spPr>
            <a:xfrm>
              <a:off x="3923029" y="475501"/>
              <a:ext cx="494791" cy="388849"/>
            </a:xfrm>
            <a:custGeom>
              <a:avLst/>
              <a:gdLst>
                <a:gd name="csX0" fmla="*/ 210312 w 494791"/>
                <a:gd name="csY0" fmla="*/ 80938 h 388849"/>
                <a:gd name="csX1" fmla="*/ 205740 w 494791"/>
                <a:gd name="csY1" fmla="*/ 113915 h 388849"/>
                <a:gd name="csX2" fmla="*/ 239522 w 494791"/>
                <a:gd name="csY2" fmla="*/ 167992 h 388849"/>
                <a:gd name="csX3" fmla="*/ 319913 w 494791"/>
                <a:gd name="csY3" fmla="*/ 190735 h 388849"/>
                <a:gd name="csX4" fmla="*/ 494792 w 494791"/>
                <a:gd name="csY4" fmla="*/ 283728 h 388849"/>
                <a:gd name="csX5" fmla="*/ 344424 w 494791"/>
                <a:gd name="csY5" fmla="*/ 388850 h 388849"/>
                <a:gd name="csX6" fmla="*/ 264033 w 494791"/>
                <a:gd name="csY6" fmla="*/ 208424 h 388849"/>
                <a:gd name="csX7" fmla="*/ 112522 w 494791"/>
                <a:gd name="csY7" fmla="*/ 80811 h 388849"/>
                <a:gd name="csX8" fmla="*/ 23495 w 494791"/>
                <a:gd name="csY8" fmla="*/ 35200 h 388849"/>
                <a:gd name="csX9" fmla="*/ 0 w 494791"/>
                <a:gd name="csY9" fmla="*/ 2223 h 388849"/>
                <a:gd name="csX10" fmla="*/ 24638 w 494791"/>
                <a:gd name="csY10" fmla="*/ 1591 h 388849"/>
                <a:gd name="csX11" fmla="*/ 94488 w 494791"/>
                <a:gd name="csY11" fmla="*/ 29514 h 388849"/>
                <a:gd name="csX12" fmla="*/ 210185 w 494791"/>
                <a:gd name="csY12" fmla="*/ 80811 h 388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94791" h="388849">
                  <a:moveTo>
                    <a:pt x="210312" y="80938"/>
                  </a:moveTo>
                  <a:cubicBezTo>
                    <a:pt x="210312" y="80938"/>
                    <a:pt x="203454" y="99637"/>
                    <a:pt x="205740" y="113915"/>
                  </a:cubicBezTo>
                  <a:cubicBezTo>
                    <a:pt x="208026" y="128192"/>
                    <a:pt x="223520" y="153841"/>
                    <a:pt x="239522" y="167992"/>
                  </a:cubicBezTo>
                  <a:cubicBezTo>
                    <a:pt x="255524" y="182143"/>
                    <a:pt x="310515" y="193641"/>
                    <a:pt x="319913" y="190735"/>
                  </a:cubicBezTo>
                  <a:cubicBezTo>
                    <a:pt x="319913" y="190735"/>
                    <a:pt x="440817" y="267934"/>
                    <a:pt x="494792" y="283728"/>
                  </a:cubicBezTo>
                  <a:cubicBezTo>
                    <a:pt x="494792" y="283728"/>
                    <a:pt x="374777" y="379247"/>
                    <a:pt x="344424" y="388850"/>
                  </a:cubicBezTo>
                  <a:cubicBezTo>
                    <a:pt x="344424" y="388850"/>
                    <a:pt x="484251" y="334014"/>
                    <a:pt x="264033" y="208424"/>
                  </a:cubicBezTo>
                  <a:cubicBezTo>
                    <a:pt x="223520" y="185302"/>
                    <a:pt x="141478" y="101280"/>
                    <a:pt x="112522" y="80811"/>
                  </a:cubicBezTo>
                  <a:cubicBezTo>
                    <a:pt x="83566" y="60343"/>
                    <a:pt x="23495" y="37474"/>
                    <a:pt x="23495" y="35200"/>
                  </a:cubicBezTo>
                  <a:cubicBezTo>
                    <a:pt x="23495" y="32925"/>
                    <a:pt x="19431" y="15868"/>
                    <a:pt x="0" y="2223"/>
                  </a:cubicBezTo>
                  <a:cubicBezTo>
                    <a:pt x="0" y="2223"/>
                    <a:pt x="7493" y="-2326"/>
                    <a:pt x="24638" y="1591"/>
                  </a:cubicBezTo>
                  <a:cubicBezTo>
                    <a:pt x="24638" y="1591"/>
                    <a:pt x="56134" y="22691"/>
                    <a:pt x="94488" y="29514"/>
                  </a:cubicBezTo>
                  <a:cubicBezTo>
                    <a:pt x="94488" y="29514"/>
                    <a:pt x="196469" y="36463"/>
                    <a:pt x="210185" y="80811"/>
                  </a:cubicBezTo>
                  <a:close/>
                </a:path>
              </a:pathLst>
            </a:custGeom>
            <a:solidFill>
              <a:srgbClr val="DFD2BC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E304E3E-9EF8-CCBB-6EB0-E45B8AB42E3D}"/>
                </a:ext>
              </a:extLst>
            </p:cNvPr>
            <p:cNvSpPr/>
            <p:nvPr/>
          </p:nvSpPr>
          <p:spPr>
            <a:xfrm>
              <a:off x="3742944" y="467742"/>
              <a:ext cx="583184" cy="607002"/>
            </a:xfrm>
            <a:custGeom>
              <a:avLst/>
              <a:gdLst>
                <a:gd name="csX0" fmla="*/ 583184 w 583184"/>
                <a:gd name="csY0" fmla="*/ 372476 h 607002"/>
                <a:gd name="csX1" fmla="*/ 546989 w 583184"/>
                <a:gd name="csY1" fmla="*/ 381952 h 607002"/>
                <a:gd name="csX2" fmla="*/ 547751 w 583184"/>
                <a:gd name="csY2" fmla="*/ 378541 h 607002"/>
                <a:gd name="csX3" fmla="*/ 532384 w 583184"/>
                <a:gd name="csY3" fmla="*/ 320926 h 607002"/>
                <a:gd name="csX4" fmla="*/ 453136 w 583184"/>
                <a:gd name="csY4" fmla="*/ 285548 h 607002"/>
                <a:gd name="csX5" fmla="*/ 343154 w 583184"/>
                <a:gd name="csY5" fmla="*/ 234756 h 607002"/>
                <a:gd name="csX6" fmla="*/ 250571 w 583184"/>
                <a:gd name="csY6" fmla="*/ 171076 h 607002"/>
                <a:gd name="csX7" fmla="*/ 225425 w 583184"/>
                <a:gd name="csY7" fmla="*/ 169686 h 607002"/>
                <a:gd name="csX8" fmla="*/ 222504 w 583184"/>
                <a:gd name="csY8" fmla="*/ 187880 h 607002"/>
                <a:gd name="csX9" fmla="*/ 299720 w 583184"/>
                <a:gd name="csY9" fmla="*/ 303237 h 607002"/>
                <a:gd name="csX10" fmla="*/ 281686 w 583184"/>
                <a:gd name="csY10" fmla="*/ 350491 h 607002"/>
                <a:gd name="csX11" fmla="*/ 264795 w 583184"/>
                <a:gd name="csY11" fmla="*/ 370707 h 607002"/>
                <a:gd name="csX12" fmla="*/ 263652 w 583184"/>
                <a:gd name="csY12" fmla="*/ 372350 h 607002"/>
                <a:gd name="csX13" fmla="*/ 226441 w 583184"/>
                <a:gd name="csY13" fmla="*/ 395471 h 607002"/>
                <a:gd name="csX14" fmla="*/ 155321 w 583184"/>
                <a:gd name="csY14" fmla="*/ 380057 h 607002"/>
                <a:gd name="csX15" fmla="*/ 138938 w 583184"/>
                <a:gd name="csY15" fmla="*/ 363758 h 607002"/>
                <a:gd name="csX16" fmla="*/ 112903 w 583184"/>
                <a:gd name="csY16" fmla="*/ 287570 h 607002"/>
                <a:gd name="csX17" fmla="*/ 109855 w 583184"/>
                <a:gd name="csY17" fmla="*/ 144417 h 607002"/>
                <a:gd name="csX18" fmla="*/ 11176 w 583184"/>
                <a:gd name="csY18" fmla="*/ 0 h 607002"/>
                <a:gd name="csX19" fmla="*/ 24003 w 583184"/>
                <a:gd name="csY19" fmla="*/ 379172 h 607002"/>
                <a:gd name="csX20" fmla="*/ 0 w 583184"/>
                <a:gd name="csY20" fmla="*/ 599904 h 607002"/>
                <a:gd name="csX21" fmla="*/ 265049 w 583184"/>
                <a:gd name="csY21" fmla="*/ 592323 h 607002"/>
                <a:gd name="csX22" fmla="*/ 239522 w 583184"/>
                <a:gd name="csY22" fmla="*/ 570464 h 607002"/>
                <a:gd name="csX23" fmla="*/ 274320 w 583184"/>
                <a:gd name="csY23" fmla="*/ 553281 h 607002"/>
                <a:gd name="csX24" fmla="*/ 365633 w 583184"/>
                <a:gd name="csY24" fmla="*/ 514618 h 607002"/>
                <a:gd name="csX25" fmla="*/ 499745 w 583184"/>
                <a:gd name="csY25" fmla="*/ 438809 h 607002"/>
                <a:gd name="csX26" fmla="*/ 567055 w 583184"/>
                <a:gd name="csY26" fmla="*/ 384858 h 607002"/>
                <a:gd name="csX27" fmla="*/ 583057 w 583184"/>
                <a:gd name="csY27" fmla="*/ 372602 h 6070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583184" h="607002">
                  <a:moveTo>
                    <a:pt x="583184" y="372476"/>
                  </a:moveTo>
                  <a:cubicBezTo>
                    <a:pt x="582422" y="370960"/>
                    <a:pt x="565658" y="375887"/>
                    <a:pt x="546989" y="381952"/>
                  </a:cubicBezTo>
                  <a:cubicBezTo>
                    <a:pt x="547370" y="380815"/>
                    <a:pt x="547751" y="379678"/>
                    <a:pt x="547751" y="378541"/>
                  </a:cubicBezTo>
                  <a:cubicBezTo>
                    <a:pt x="548259" y="360094"/>
                    <a:pt x="548005" y="330907"/>
                    <a:pt x="532384" y="320926"/>
                  </a:cubicBezTo>
                  <a:cubicBezTo>
                    <a:pt x="507746" y="305132"/>
                    <a:pt x="479933" y="297298"/>
                    <a:pt x="453136" y="285548"/>
                  </a:cubicBezTo>
                  <a:cubicBezTo>
                    <a:pt x="426339" y="273798"/>
                    <a:pt x="378206" y="264195"/>
                    <a:pt x="343154" y="234756"/>
                  </a:cubicBezTo>
                  <a:cubicBezTo>
                    <a:pt x="335915" y="228691"/>
                    <a:pt x="257302" y="177520"/>
                    <a:pt x="250571" y="171076"/>
                  </a:cubicBezTo>
                  <a:cubicBezTo>
                    <a:pt x="243713" y="164632"/>
                    <a:pt x="231521" y="162484"/>
                    <a:pt x="225425" y="169686"/>
                  </a:cubicBezTo>
                  <a:cubicBezTo>
                    <a:pt x="221361" y="174614"/>
                    <a:pt x="221615" y="181563"/>
                    <a:pt x="222504" y="187880"/>
                  </a:cubicBezTo>
                  <a:cubicBezTo>
                    <a:pt x="224663" y="205064"/>
                    <a:pt x="293624" y="286938"/>
                    <a:pt x="299720" y="303237"/>
                  </a:cubicBezTo>
                  <a:cubicBezTo>
                    <a:pt x="306324" y="320926"/>
                    <a:pt x="295529" y="337477"/>
                    <a:pt x="281686" y="350491"/>
                  </a:cubicBezTo>
                  <a:cubicBezTo>
                    <a:pt x="275336" y="356556"/>
                    <a:pt x="269621" y="363379"/>
                    <a:pt x="264795" y="370707"/>
                  </a:cubicBezTo>
                  <a:cubicBezTo>
                    <a:pt x="264414" y="371086"/>
                    <a:pt x="264160" y="371592"/>
                    <a:pt x="263652" y="372350"/>
                  </a:cubicBezTo>
                  <a:cubicBezTo>
                    <a:pt x="256794" y="384732"/>
                    <a:pt x="232410" y="396103"/>
                    <a:pt x="226441" y="395471"/>
                  </a:cubicBezTo>
                  <a:cubicBezTo>
                    <a:pt x="203200" y="393071"/>
                    <a:pt x="178435" y="377909"/>
                    <a:pt x="155321" y="380057"/>
                  </a:cubicBezTo>
                  <a:cubicBezTo>
                    <a:pt x="151384" y="374498"/>
                    <a:pt x="146050" y="368938"/>
                    <a:pt x="138938" y="363758"/>
                  </a:cubicBezTo>
                  <a:cubicBezTo>
                    <a:pt x="109982" y="342531"/>
                    <a:pt x="112903" y="287570"/>
                    <a:pt x="112903" y="287570"/>
                  </a:cubicBezTo>
                  <a:cubicBezTo>
                    <a:pt x="112903" y="287570"/>
                    <a:pt x="136779" y="223637"/>
                    <a:pt x="109855" y="144417"/>
                  </a:cubicBezTo>
                  <a:cubicBezTo>
                    <a:pt x="84328" y="69239"/>
                    <a:pt x="11176" y="0"/>
                    <a:pt x="11176" y="0"/>
                  </a:cubicBezTo>
                  <a:cubicBezTo>
                    <a:pt x="42164" y="72524"/>
                    <a:pt x="34163" y="354282"/>
                    <a:pt x="24003" y="379172"/>
                  </a:cubicBezTo>
                  <a:cubicBezTo>
                    <a:pt x="13081" y="405832"/>
                    <a:pt x="0" y="599904"/>
                    <a:pt x="0" y="599904"/>
                  </a:cubicBezTo>
                  <a:cubicBezTo>
                    <a:pt x="0" y="599904"/>
                    <a:pt x="311023" y="620119"/>
                    <a:pt x="265049" y="592323"/>
                  </a:cubicBezTo>
                  <a:cubicBezTo>
                    <a:pt x="252095" y="584489"/>
                    <a:pt x="244348" y="577287"/>
                    <a:pt x="239522" y="570464"/>
                  </a:cubicBezTo>
                  <a:cubicBezTo>
                    <a:pt x="251333" y="565158"/>
                    <a:pt x="262636" y="558840"/>
                    <a:pt x="274320" y="553281"/>
                  </a:cubicBezTo>
                  <a:cubicBezTo>
                    <a:pt x="304292" y="539256"/>
                    <a:pt x="337185" y="531423"/>
                    <a:pt x="365633" y="514618"/>
                  </a:cubicBezTo>
                  <a:cubicBezTo>
                    <a:pt x="406654" y="490359"/>
                    <a:pt x="458978" y="463700"/>
                    <a:pt x="499745" y="438809"/>
                  </a:cubicBezTo>
                  <a:cubicBezTo>
                    <a:pt x="508889" y="433250"/>
                    <a:pt x="558927" y="391807"/>
                    <a:pt x="567055" y="384858"/>
                  </a:cubicBezTo>
                  <a:cubicBezTo>
                    <a:pt x="569087" y="383089"/>
                    <a:pt x="584200" y="375129"/>
                    <a:pt x="583057" y="372602"/>
                  </a:cubicBezTo>
                  <a:close/>
                </a:path>
              </a:pathLst>
            </a:custGeom>
            <a:solidFill>
              <a:srgbClr val="BDB3A2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43C74A87-4220-667F-A236-2D8A81A4CB4E}"/>
                </a:ext>
              </a:extLst>
            </p:cNvPr>
            <p:cNvSpPr/>
            <p:nvPr/>
          </p:nvSpPr>
          <p:spPr>
            <a:xfrm>
              <a:off x="3791238" y="890273"/>
              <a:ext cx="173885" cy="75436"/>
            </a:xfrm>
            <a:custGeom>
              <a:avLst/>
              <a:gdLst>
                <a:gd name="csX0" fmla="*/ 105757 w 173885"/>
                <a:gd name="csY0" fmla="*/ 7055 h 75436"/>
                <a:gd name="csX1" fmla="*/ 74260 w 173885"/>
                <a:gd name="csY1" fmla="*/ 18427 h 75436"/>
                <a:gd name="csX2" fmla="*/ 43908 w 173885"/>
                <a:gd name="csY2" fmla="*/ 24239 h 75436"/>
                <a:gd name="csX3" fmla="*/ 601 w 173885"/>
                <a:gd name="csY3" fmla="*/ 66313 h 75436"/>
                <a:gd name="csX4" fmla="*/ 4029 w 173885"/>
                <a:gd name="csY4" fmla="*/ 71746 h 75436"/>
                <a:gd name="csX5" fmla="*/ 19523 w 173885"/>
                <a:gd name="csY5" fmla="*/ 75410 h 75436"/>
                <a:gd name="csX6" fmla="*/ 80865 w 173885"/>
                <a:gd name="csY6" fmla="*/ 66566 h 75436"/>
                <a:gd name="csX7" fmla="*/ 142206 w 173885"/>
                <a:gd name="csY7" fmla="*/ 58227 h 75436"/>
                <a:gd name="csX8" fmla="*/ 172940 w 173885"/>
                <a:gd name="csY8" fmla="*/ 12488 h 75436"/>
                <a:gd name="csX9" fmla="*/ 105883 w 173885"/>
                <a:gd name="csY9" fmla="*/ 7055 h 75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73885" h="75436">
                  <a:moveTo>
                    <a:pt x="105757" y="7055"/>
                  </a:moveTo>
                  <a:cubicBezTo>
                    <a:pt x="95470" y="11098"/>
                    <a:pt x="85564" y="15647"/>
                    <a:pt x="74260" y="18427"/>
                  </a:cubicBezTo>
                  <a:cubicBezTo>
                    <a:pt x="64354" y="20827"/>
                    <a:pt x="53814" y="21838"/>
                    <a:pt x="43908" y="24239"/>
                  </a:cubicBezTo>
                  <a:cubicBezTo>
                    <a:pt x="15714" y="31062"/>
                    <a:pt x="-3717" y="49888"/>
                    <a:pt x="601" y="66313"/>
                  </a:cubicBezTo>
                  <a:cubicBezTo>
                    <a:pt x="1108" y="68334"/>
                    <a:pt x="1997" y="70230"/>
                    <a:pt x="4029" y="71746"/>
                  </a:cubicBezTo>
                  <a:cubicBezTo>
                    <a:pt x="7458" y="74399"/>
                    <a:pt x="13554" y="75284"/>
                    <a:pt x="19523" y="75410"/>
                  </a:cubicBezTo>
                  <a:cubicBezTo>
                    <a:pt x="40097" y="75915"/>
                    <a:pt x="60164" y="69093"/>
                    <a:pt x="80865" y="66566"/>
                  </a:cubicBezTo>
                  <a:cubicBezTo>
                    <a:pt x="101692" y="64039"/>
                    <a:pt x="124552" y="65681"/>
                    <a:pt x="142206" y="58227"/>
                  </a:cubicBezTo>
                  <a:cubicBezTo>
                    <a:pt x="161890" y="49888"/>
                    <a:pt x="178020" y="25123"/>
                    <a:pt x="172940" y="12488"/>
                  </a:cubicBezTo>
                  <a:cubicBezTo>
                    <a:pt x="165827" y="-5074"/>
                    <a:pt x="127727" y="-1410"/>
                    <a:pt x="105883" y="7055"/>
                  </a:cubicBezTo>
                  <a:close/>
                </a:path>
              </a:pathLst>
            </a:custGeom>
            <a:solidFill>
              <a:srgbClr val="8A8377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DBA851A-D648-2C6C-8C22-55F10C4103B9}"/>
                </a:ext>
              </a:extLst>
            </p:cNvPr>
            <p:cNvSpPr/>
            <p:nvPr/>
          </p:nvSpPr>
          <p:spPr>
            <a:xfrm>
              <a:off x="3730726" y="759355"/>
              <a:ext cx="689736" cy="572865"/>
            </a:xfrm>
            <a:custGeom>
              <a:avLst/>
              <a:gdLst>
                <a:gd name="csX0" fmla="*/ 689737 w 689736"/>
                <a:gd name="csY0" fmla="*/ 203548 h 572865"/>
                <a:gd name="csX1" fmla="*/ 689737 w 689736"/>
                <a:gd name="csY1" fmla="*/ 0 h 572865"/>
                <a:gd name="csX2" fmla="*/ 0 w 689736"/>
                <a:gd name="csY2" fmla="*/ 263058 h 572865"/>
                <a:gd name="csX3" fmla="*/ 0 w 689736"/>
                <a:gd name="csY3" fmla="*/ 572865 h 572865"/>
                <a:gd name="csX4" fmla="*/ 689737 w 689736"/>
                <a:gd name="csY4" fmla="*/ 215804 h 572865"/>
                <a:gd name="csX5" fmla="*/ 689737 w 689736"/>
                <a:gd name="csY5" fmla="*/ 203548 h 572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89736" h="572865">
                  <a:moveTo>
                    <a:pt x="689737" y="203548"/>
                  </a:moveTo>
                  <a:lnTo>
                    <a:pt x="689737" y="0"/>
                  </a:lnTo>
                  <a:cubicBezTo>
                    <a:pt x="689737" y="0"/>
                    <a:pt x="403860" y="242337"/>
                    <a:pt x="0" y="263058"/>
                  </a:cubicBezTo>
                  <a:lnTo>
                    <a:pt x="0" y="572865"/>
                  </a:lnTo>
                  <a:lnTo>
                    <a:pt x="689737" y="215804"/>
                  </a:lnTo>
                  <a:lnTo>
                    <a:pt x="689737" y="203548"/>
                  </a:lnTo>
                  <a:close/>
                </a:path>
              </a:pathLst>
            </a:custGeom>
            <a:solidFill>
              <a:srgbClr val="948C8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FEC25645-2445-7CF3-BF9C-F7D77B5FB4A6}"/>
                </a:ext>
              </a:extLst>
            </p:cNvPr>
            <p:cNvSpPr/>
            <p:nvPr/>
          </p:nvSpPr>
          <p:spPr>
            <a:xfrm>
              <a:off x="4057167" y="788027"/>
              <a:ext cx="170306" cy="98284"/>
            </a:xfrm>
            <a:custGeom>
              <a:avLst/>
              <a:gdLst>
                <a:gd name="csX0" fmla="*/ 10377 w 148578"/>
                <a:gd name="csY0" fmla="*/ 75009 h 76754"/>
                <a:gd name="csX1" fmla="*/ 62447 w 148578"/>
                <a:gd name="csY1" fmla="*/ 69071 h 76754"/>
                <a:gd name="csX2" fmla="*/ 85434 w 148578"/>
                <a:gd name="csY2" fmla="*/ 61869 h 76754"/>
                <a:gd name="csX3" fmla="*/ 104992 w 148578"/>
                <a:gd name="csY3" fmla="*/ 55552 h 76754"/>
                <a:gd name="csX4" fmla="*/ 133186 w 148578"/>
                <a:gd name="csY4" fmla="*/ 44433 h 76754"/>
                <a:gd name="csX5" fmla="*/ 148553 w 148578"/>
                <a:gd name="csY5" fmla="*/ 29018 h 76754"/>
                <a:gd name="csX6" fmla="*/ 143854 w 148578"/>
                <a:gd name="csY6" fmla="*/ 16636 h 76754"/>
                <a:gd name="csX7" fmla="*/ 137631 w 148578"/>
                <a:gd name="csY7" fmla="*/ 1095 h 76754"/>
                <a:gd name="csX8" fmla="*/ 107659 w 148578"/>
                <a:gd name="csY8" fmla="*/ 5391 h 76754"/>
                <a:gd name="csX9" fmla="*/ 81243 w 148578"/>
                <a:gd name="csY9" fmla="*/ 18784 h 76754"/>
                <a:gd name="csX10" fmla="*/ 46953 w 148578"/>
                <a:gd name="csY10" fmla="*/ 30282 h 76754"/>
                <a:gd name="csX11" fmla="*/ 10504 w 148578"/>
                <a:gd name="csY11" fmla="*/ 74883 h 767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8578" h="76754">
                  <a:moveTo>
                    <a:pt x="10377" y="75009"/>
                  </a:moveTo>
                  <a:cubicBezTo>
                    <a:pt x="23204" y="79558"/>
                    <a:pt x="44794" y="74378"/>
                    <a:pt x="62447" y="69071"/>
                  </a:cubicBezTo>
                  <a:cubicBezTo>
                    <a:pt x="70194" y="66670"/>
                    <a:pt x="77814" y="64270"/>
                    <a:pt x="85434" y="61869"/>
                  </a:cubicBezTo>
                  <a:cubicBezTo>
                    <a:pt x="91911" y="59847"/>
                    <a:pt x="98515" y="57699"/>
                    <a:pt x="104992" y="55552"/>
                  </a:cubicBezTo>
                  <a:cubicBezTo>
                    <a:pt x="114898" y="52266"/>
                    <a:pt x="124804" y="48981"/>
                    <a:pt x="133186" y="44433"/>
                  </a:cubicBezTo>
                  <a:cubicBezTo>
                    <a:pt x="141568" y="39884"/>
                    <a:pt x="148045" y="34325"/>
                    <a:pt x="148553" y="29018"/>
                  </a:cubicBezTo>
                  <a:cubicBezTo>
                    <a:pt x="148934" y="24470"/>
                    <a:pt x="144870" y="20932"/>
                    <a:pt x="143854" y="16636"/>
                  </a:cubicBezTo>
                  <a:cubicBezTo>
                    <a:pt x="142457" y="11203"/>
                    <a:pt x="145505" y="4001"/>
                    <a:pt x="137631" y="1095"/>
                  </a:cubicBezTo>
                  <a:cubicBezTo>
                    <a:pt x="130138" y="-1684"/>
                    <a:pt x="116930" y="1222"/>
                    <a:pt x="107659" y="5391"/>
                  </a:cubicBezTo>
                  <a:cubicBezTo>
                    <a:pt x="98388" y="9561"/>
                    <a:pt x="90895" y="14867"/>
                    <a:pt x="81243" y="18784"/>
                  </a:cubicBezTo>
                  <a:cubicBezTo>
                    <a:pt x="70321" y="23206"/>
                    <a:pt x="57367" y="25481"/>
                    <a:pt x="46953" y="30282"/>
                  </a:cubicBezTo>
                  <a:cubicBezTo>
                    <a:pt x="22061" y="41527"/>
                    <a:pt x="-19595" y="64270"/>
                    <a:pt x="10504" y="74883"/>
                  </a:cubicBezTo>
                  <a:close/>
                </a:path>
              </a:pathLst>
            </a:custGeom>
            <a:solidFill>
              <a:srgbClr val="8A8377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9E991EF1-C659-145B-5FF8-BE0529158449}"/>
                </a:ext>
              </a:extLst>
            </p:cNvPr>
            <p:cNvSpPr/>
            <p:nvPr/>
          </p:nvSpPr>
          <p:spPr>
            <a:xfrm>
              <a:off x="3441533" y="880363"/>
              <a:ext cx="202576" cy="68319"/>
            </a:xfrm>
            <a:custGeom>
              <a:avLst/>
              <a:gdLst>
                <a:gd name="csX0" fmla="*/ 56808 w 202576"/>
                <a:gd name="csY0" fmla="*/ 57902 h 68319"/>
                <a:gd name="csX1" fmla="*/ 117514 w 202576"/>
                <a:gd name="csY1" fmla="*/ 67252 h 68319"/>
                <a:gd name="csX2" fmla="*/ 130341 w 202576"/>
                <a:gd name="csY2" fmla="*/ 68263 h 68319"/>
                <a:gd name="csX3" fmla="*/ 144820 w 202576"/>
                <a:gd name="csY3" fmla="*/ 65862 h 68319"/>
                <a:gd name="csX4" fmla="*/ 169331 w 202576"/>
                <a:gd name="csY4" fmla="*/ 62325 h 68319"/>
                <a:gd name="csX5" fmla="*/ 195112 w 202576"/>
                <a:gd name="csY5" fmla="*/ 49942 h 68319"/>
                <a:gd name="csX6" fmla="*/ 202224 w 202576"/>
                <a:gd name="csY6" fmla="*/ 34907 h 68319"/>
                <a:gd name="csX7" fmla="*/ 201588 w 202576"/>
                <a:gd name="csY7" fmla="*/ 29727 h 68319"/>
                <a:gd name="csX8" fmla="*/ 192571 w 202576"/>
                <a:gd name="csY8" fmla="*/ 25683 h 68319"/>
                <a:gd name="csX9" fmla="*/ 139739 w 202576"/>
                <a:gd name="csY9" fmla="*/ 13301 h 68319"/>
                <a:gd name="csX10" fmla="*/ 133897 w 202576"/>
                <a:gd name="csY10" fmla="*/ 6731 h 68319"/>
                <a:gd name="csX11" fmla="*/ 18074 w 202576"/>
                <a:gd name="csY11" fmla="*/ 14691 h 68319"/>
                <a:gd name="csX12" fmla="*/ 56935 w 202576"/>
                <a:gd name="csY12" fmla="*/ 58155 h 68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02576" h="68319">
                  <a:moveTo>
                    <a:pt x="56808" y="57902"/>
                  </a:moveTo>
                  <a:cubicBezTo>
                    <a:pt x="77001" y="61061"/>
                    <a:pt x="97321" y="64093"/>
                    <a:pt x="117514" y="67252"/>
                  </a:cubicBezTo>
                  <a:cubicBezTo>
                    <a:pt x="121451" y="67884"/>
                    <a:pt x="125643" y="68516"/>
                    <a:pt x="130341" y="68263"/>
                  </a:cubicBezTo>
                  <a:cubicBezTo>
                    <a:pt x="135295" y="68010"/>
                    <a:pt x="139994" y="66747"/>
                    <a:pt x="144820" y="65862"/>
                  </a:cubicBezTo>
                  <a:cubicBezTo>
                    <a:pt x="152820" y="64346"/>
                    <a:pt x="161457" y="63841"/>
                    <a:pt x="169331" y="62325"/>
                  </a:cubicBezTo>
                  <a:cubicBezTo>
                    <a:pt x="181395" y="59798"/>
                    <a:pt x="190285" y="54996"/>
                    <a:pt x="195112" y="49942"/>
                  </a:cubicBezTo>
                  <a:cubicBezTo>
                    <a:pt x="199938" y="44888"/>
                    <a:pt x="201081" y="39834"/>
                    <a:pt x="202224" y="34907"/>
                  </a:cubicBezTo>
                  <a:cubicBezTo>
                    <a:pt x="202604" y="33138"/>
                    <a:pt x="202985" y="31243"/>
                    <a:pt x="201588" y="29727"/>
                  </a:cubicBezTo>
                  <a:cubicBezTo>
                    <a:pt x="200064" y="27958"/>
                    <a:pt x="196382" y="26694"/>
                    <a:pt x="192571" y="25683"/>
                  </a:cubicBezTo>
                  <a:cubicBezTo>
                    <a:pt x="175045" y="21261"/>
                    <a:pt x="148883" y="20756"/>
                    <a:pt x="139739" y="13301"/>
                  </a:cubicBezTo>
                  <a:cubicBezTo>
                    <a:pt x="137200" y="11280"/>
                    <a:pt x="136310" y="8753"/>
                    <a:pt x="133897" y="6731"/>
                  </a:cubicBezTo>
                  <a:cubicBezTo>
                    <a:pt x="117388" y="-7167"/>
                    <a:pt x="42965" y="2941"/>
                    <a:pt x="18074" y="14691"/>
                  </a:cubicBezTo>
                  <a:cubicBezTo>
                    <a:pt x="-24853" y="34907"/>
                    <a:pt x="17057" y="51964"/>
                    <a:pt x="56935" y="58155"/>
                  </a:cubicBezTo>
                  <a:close/>
                </a:path>
              </a:pathLst>
            </a:custGeom>
            <a:solidFill>
              <a:srgbClr val="8A8377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D1902A44-5126-045D-2E79-3CBE99DE68C8}"/>
                </a:ext>
              </a:extLst>
            </p:cNvPr>
            <p:cNvSpPr/>
            <p:nvPr/>
          </p:nvSpPr>
          <p:spPr>
            <a:xfrm>
              <a:off x="3048761" y="436282"/>
              <a:ext cx="608838" cy="416192"/>
            </a:xfrm>
            <a:custGeom>
              <a:avLst/>
              <a:gdLst>
                <a:gd name="csX0" fmla="*/ 537083 w 608838"/>
                <a:gd name="csY0" fmla="*/ 31334 h 416192"/>
                <a:gd name="csX1" fmla="*/ 289052 w 608838"/>
                <a:gd name="csY1" fmla="*/ 193693 h 416192"/>
                <a:gd name="csX2" fmla="*/ 181102 w 608838"/>
                <a:gd name="csY2" fmla="*/ 220731 h 416192"/>
                <a:gd name="csX3" fmla="*/ 152146 w 608838"/>
                <a:gd name="csY3" fmla="*/ 221237 h 416192"/>
                <a:gd name="csX4" fmla="*/ 152146 w 608838"/>
                <a:gd name="csY4" fmla="*/ 221237 h 416192"/>
                <a:gd name="csX5" fmla="*/ 152146 w 608838"/>
                <a:gd name="csY5" fmla="*/ 221237 h 416192"/>
                <a:gd name="csX6" fmla="*/ 105283 w 608838"/>
                <a:gd name="csY6" fmla="*/ 231724 h 416192"/>
                <a:gd name="csX7" fmla="*/ 0 w 608838"/>
                <a:gd name="csY7" fmla="*/ 352892 h 416192"/>
                <a:gd name="csX8" fmla="*/ 55499 w 608838"/>
                <a:gd name="csY8" fmla="*/ 416193 h 416192"/>
                <a:gd name="csX9" fmla="*/ 78359 w 608838"/>
                <a:gd name="csY9" fmla="*/ 404821 h 416192"/>
                <a:gd name="csX10" fmla="*/ 121158 w 608838"/>
                <a:gd name="csY10" fmla="*/ 352892 h 416192"/>
                <a:gd name="csX11" fmla="*/ 220853 w 608838"/>
                <a:gd name="csY11" fmla="*/ 275819 h 416192"/>
                <a:gd name="csX12" fmla="*/ 608838 w 608838"/>
                <a:gd name="csY12" fmla="*/ 0 h 416192"/>
                <a:gd name="csX13" fmla="*/ 537083 w 608838"/>
                <a:gd name="csY13" fmla="*/ 31334 h 416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08838" h="416192">
                  <a:moveTo>
                    <a:pt x="537083" y="31334"/>
                  </a:moveTo>
                  <a:cubicBezTo>
                    <a:pt x="498221" y="73914"/>
                    <a:pt x="358902" y="165138"/>
                    <a:pt x="289052" y="193693"/>
                  </a:cubicBezTo>
                  <a:cubicBezTo>
                    <a:pt x="243205" y="212519"/>
                    <a:pt x="205232" y="218836"/>
                    <a:pt x="181102" y="220731"/>
                  </a:cubicBezTo>
                  <a:cubicBezTo>
                    <a:pt x="172466" y="219973"/>
                    <a:pt x="162814" y="220099"/>
                    <a:pt x="152146" y="221237"/>
                  </a:cubicBezTo>
                  <a:lnTo>
                    <a:pt x="152146" y="221237"/>
                  </a:lnTo>
                  <a:cubicBezTo>
                    <a:pt x="152146" y="221237"/>
                    <a:pt x="152146" y="221237"/>
                    <a:pt x="152146" y="221237"/>
                  </a:cubicBezTo>
                  <a:cubicBezTo>
                    <a:pt x="138049" y="222753"/>
                    <a:pt x="122428" y="226164"/>
                    <a:pt x="105283" y="231724"/>
                  </a:cubicBezTo>
                  <a:cubicBezTo>
                    <a:pt x="51181" y="249286"/>
                    <a:pt x="0" y="352892"/>
                    <a:pt x="0" y="352892"/>
                  </a:cubicBezTo>
                  <a:cubicBezTo>
                    <a:pt x="12827" y="385995"/>
                    <a:pt x="55499" y="416193"/>
                    <a:pt x="55499" y="416193"/>
                  </a:cubicBezTo>
                  <a:cubicBezTo>
                    <a:pt x="55499" y="416193"/>
                    <a:pt x="68326" y="411897"/>
                    <a:pt x="78359" y="404821"/>
                  </a:cubicBezTo>
                  <a:cubicBezTo>
                    <a:pt x="88392" y="397746"/>
                    <a:pt x="95504" y="376519"/>
                    <a:pt x="121158" y="352892"/>
                  </a:cubicBezTo>
                  <a:cubicBezTo>
                    <a:pt x="146812" y="329265"/>
                    <a:pt x="193802" y="317009"/>
                    <a:pt x="220853" y="275819"/>
                  </a:cubicBezTo>
                  <a:cubicBezTo>
                    <a:pt x="344297" y="220226"/>
                    <a:pt x="608838" y="0"/>
                    <a:pt x="608838" y="0"/>
                  </a:cubicBezTo>
                  <a:cubicBezTo>
                    <a:pt x="578358" y="3159"/>
                    <a:pt x="537083" y="31334"/>
                    <a:pt x="537083" y="31334"/>
                  </a:cubicBezTo>
                  <a:close/>
                </a:path>
              </a:pathLst>
            </a:custGeom>
            <a:solidFill>
              <a:srgbClr val="BDB3A2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B24D9417-C461-5023-ED0B-048242A41D85}"/>
                </a:ext>
              </a:extLst>
            </p:cNvPr>
            <p:cNvSpPr/>
            <p:nvPr/>
          </p:nvSpPr>
          <p:spPr>
            <a:xfrm>
              <a:off x="3098428" y="756336"/>
              <a:ext cx="164947" cy="83071"/>
            </a:xfrm>
            <a:custGeom>
              <a:avLst/>
              <a:gdLst>
                <a:gd name="csX0" fmla="*/ 19675 w 164947"/>
                <a:gd name="csY0" fmla="*/ 72132 h 83071"/>
                <a:gd name="csX1" fmla="*/ 38344 w 164947"/>
                <a:gd name="csY1" fmla="*/ 76175 h 83071"/>
                <a:gd name="csX2" fmla="*/ 84826 w 164947"/>
                <a:gd name="csY2" fmla="*/ 81482 h 83071"/>
                <a:gd name="csX3" fmla="*/ 122926 w 164947"/>
                <a:gd name="csY3" fmla="*/ 80850 h 83071"/>
                <a:gd name="csX4" fmla="*/ 159502 w 164947"/>
                <a:gd name="csY4" fmla="*/ 56970 h 83071"/>
                <a:gd name="csX5" fmla="*/ 164836 w 164947"/>
                <a:gd name="csY5" fmla="*/ 49516 h 83071"/>
                <a:gd name="csX6" fmla="*/ 160391 w 164947"/>
                <a:gd name="csY6" fmla="*/ 39913 h 83071"/>
                <a:gd name="csX7" fmla="*/ 113528 w 164947"/>
                <a:gd name="csY7" fmla="*/ 29679 h 83071"/>
                <a:gd name="csX8" fmla="*/ 95494 w 164947"/>
                <a:gd name="csY8" fmla="*/ 11737 h 83071"/>
                <a:gd name="csX9" fmla="*/ 14341 w 164947"/>
                <a:gd name="csY9" fmla="*/ 14770 h 83071"/>
                <a:gd name="csX10" fmla="*/ 19675 w 164947"/>
                <a:gd name="csY10" fmla="*/ 72132 h 83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64947" h="83071">
                  <a:moveTo>
                    <a:pt x="19675" y="72132"/>
                  </a:moveTo>
                  <a:cubicBezTo>
                    <a:pt x="25517" y="74659"/>
                    <a:pt x="31994" y="75417"/>
                    <a:pt x="38344" y="76175"/>
                  </a:cubicBezTo>
                  <a:cubicBezTo>
                    <a:pt x="53838" y="77944"/>
                    <a:pt x="69332" y="79713"/>
                    <a:pt x="84826" y="81482"/>
                  </a:cubicBezTo>
                  <a:cubicBezTo>
                    <a:pt x="97526" y="82998"/>
                    <a:pt x="110734" y="84388"/>
                    <a:pt x="122926" y="80850"/>
                  </a:cubicBezTo>
                  <a:cubicBezTo>
                    <a:pt x="137023" y="76807"/>
                    <a:pt x="148580" y="66699"/>
                    <a:pt x="159502" y="56970"/>
                  </a:cubicBezTo>
                  <a:cubicBezTo>
                    <a:pt x="161788" y="54822"/>
                    <a:pt x="164201" y="52548"/>
                    <a:pt x="164836" y="49516"/>
                  </a:cubicBezTo>
                  <a:cubicBezTo>
                    <a:pt x="165471" y="45851"/>
                    <a:pt x="163312" y="42314"/>
                    <a:pt x="160391" y="39913"/>
                  </a:cubicBezTo>
                  <a:cubicBezTo>
                    <a:pt x="147945" y="29553"/>
                    <a:pt x="127752" y="37639"/>
                    <a:pt x="113528" y="29679"/>
                  </a:cubicBezTo>
                  <a:cubicBezTo>
                    <a:pt x="106035" y="25509"/>
                    <a:pt x="101717" y="17549"/>
                    <a:pt x="95494" y="11737"/>
                  </a:cubicBezTo>
                  <a:cubicBezTo>
                    <a:pt x="74412" y="-7973"/>
                    <a:pt x="36312" y="-13"/>
                    <a:pt x="14341" y="14770"/>
                  </a:cubicBezTo>
                  <a:cubicBezTo>
                    <a:pt x="-6360" y="28794"/>
                    <a:pt x="-4709" y="61519"/>
                    <a:pt x="19675" y="72132"/>
                  </a:cubicBezTo>
                  <a:close/>
                </a:path>
              </a:pathLst>
            </a:custGeom>
            <a:solidFill>
              <a:srgbClr val="8A8377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6D5A95BE-31C1-A6F9-C524-6F7FCE72DD4E}"/>
                </a:ext>
              </a:extLst>
            </p:cNvPr>
            <p:cNvSpPr/>
            <p:nvPr/>
          </p:nvSpPr>
          <p:spPr>
            <a:xfrm>
              <a:off x="3100662" y="757492"/>
              <a:ext cx="91823" cy="75556"/>
            </a:xfrm>
            <a:custGeom>
              <a:avLst/>
              <a:gdLst>
                <a:gd name="csX0" fmla="*/ 53510 w 91823"/>
                <a:gd name="csY0" fmla="*/ 221 h 75556"/>
                <a:gd name="csX1" fmla="*/ 85768 w 91823"/>
                <a:gd name="csY1" fmla="*/ 7802 h 75556"/>
                <a:gd name="csX2" fmla="*/ 91610 w 91823"/>
                <a:gd name="csY2" fmla="*/ 15888 h 75556"/>
                <a:gd name="csX3" fmla="*/ 20744 w 91823"/>
                <a:gd name="csY3" fmla="*/ 36736 h 75556"/>
                <a:gd name="csX4" fmla="*/ 60241 w 91823"/>
                <a:gd name="csY4" fmla="*/ 75398 h 75556"/>
                <a:gd name="csX5" fmla="*/ 53637 w 91823"/>
                <a:gd name="csY5" fmla="*/ 95 h 755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1823" h="75556">
                  <a:moveTo>
                    <a:pt x="53510" y="221"/>
                  </a:moveTo>
                  <a:cubicBezTo>
                    <a:pt x="64940" y="-537"/>
                    <a:pt x="76624" y="347"/>
                    <a:pt x="85768" y="7802"/>
                  </a:cubicBezTo>
                  <a:cubicBezTo>
                    <a:pt x="88181" y="9823"/>
                    <a:pt x="92880" y="12350"/>
                    <a:pt x="91610" y="15888"/>
                  </a:cubicBezTo>
                  <a:cubicBezTo>
                    <a:pt x="90467" y="18921"/>
                    <a:pt x="51097" y="5275"/>
                    <a:pt x="20744" y="36736"/>
                  </a:cubicBezTo>
                  <a:cubicBezTo>
                    <a:pt x="-5545" y="64027"/>
                    <a:pt x="52367" y="71482"/>
                    <a:pt x="60241" y="75398"/>
                  </a:cubicBezTo>
                  <a:cubicBezTo>
                    <a:pt x="-29167" y="79442"/>
                    <a:pt x="-8466" y="4517"/>
                    <a:pt x="53637" y="95"/>
                  </a:cubicBezTo>
                  <a:close/>
                </a:path>
              </a:pathLst>
            </a:custGeom>
            <a:solidFill>
              <a:srgbClr val="7D766B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293D50E3-F4A4-19A8-C474-4782A00D37B2}"/>
                </a:ext>
              </a:extLst>
            </p:cNvPr>
            <p:cNvSpPr/>
            <p:nvPr/>
          </p:nvSpPr>
          <p:spPr>
            <a:xfrm>
              <a:off x="3443304" y="881912"/>
              <a:ext cx="118016" cy="48266"/>
            </a:xfrm>
            <a:custGeom>
              <a:avLst/>
              <a:gdLst>
                <a:gd name="csX0" fmla="*/ 28240 w 118016"/>
                <a:gd name="csY0" fmla="*/ 45361 h 48266"/>
                <a:gd name="csX1" fmla="*/ 5761 w 118016"/>
                <a:gd name="csY1" fmla="*/ 19459 h 48266"/>
                <a:gd name="csX2" fmla="*/ 115489 w 118016"/>
                <a:gd name="csY2" fmla="*/ 2781 h 48266"/>
                <a:gd name="csX3" fmla="*/ 45766 w 118016"/>
                <a:gd name="csY3" fmla="*/ 48267 h 48266"/>
                <a:gd name="csX4" fmla="*/ 28240 w 118016"/>
                <a:gd name="csY4" fmla="*/ 45361 h 482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8016" h="48266">
                  <a:moveTo>
                    <a:pt x="28240" y="45361"/>
                  </a:moveTo>
                  <a:cubicBezTo>
                    <a:pt x="28240" y="45361"/>
                    <a:pt x="-15321" y="33863"/>
                    <a:pt x="5761" y="19459"/>
                  </a:cubicBezTo>
                  <a:cubicBezTo>
                    <a:pt x="26843" y="5055"/>
                    <a:pt x="91994" y="-5179"/>
                    <a:pt x="115489" y="2781"/>
                  </a:cubicBezTo>
                  <a:cubicBezTo>
                    <a:pt x="138984" y="10741"/>
                    <a:pt x="-10495" y="25019"/>
                    <a:pt x="45766" y="48267"/>
                  </a:cubicBezTo>
                  <a:lnTo>
                    <a:pt x="28240" y="45361"/>
                  </a:lnTo>
                  <a:close/>
                </a:path>
              </a:pathLst>
            </a:custGeom>
            <a:solidFill>
              <a:srgbClr val="7D766B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BEE0055A-3249-44B5-81C4-C8C8232D1AA0}"/>
                </a:ext>
              </a:extLst>
            </p:cNvPr>
            <p:cNvSpPr/>
            <p:nvPr/>
          </p:nvSpPr>
          <p:spPr>
            <a:xfrm>
              <a:off x="3791176" y="892026"/>
              <a:ext cx="169134" cy="73510"/>
            </a:xfrm>
            <a:custGeom>
              <a:avLst/>
              <a:gdLst>
                <a:gd name="csX0" fmla="*/ 43080 w 169134"/>
                <a:gd name="csY0" fmla="*/ 24254 h 73510"/>
                <a:gd name="csX1" fmla="*/ 81053 w 169134"/>
                <a:gd name="csY1" fmla="*/ 16421 h 73510"/>
                <a:gd name="csX2" fmla="*/ 168810 w 169134"/>
                <a:gd name="csY2" fmla="*/ 21854 h 73510"/>
                <a:gd name="csX3" fmla="*/ 137060 w 169134"/>
                <a:gd name="csY3" fmla="*/ 13894 h 73510"/>
                <a:gd name="csX4" fmla="*/ 104802 w 169134"/>
                <a:gd name="csY4" fmla="*/ 17305 h 73510"/>
                <a:gd name="csX5" fmla="*/ 90070 w 169134"/>
                <a:gd name="csY5" fmla="*/ 24633 h 73510"/>
                <a:gd name="csX6" fmla="*/ 63273 w 169134"/>
                <a:gd name="csY6" fmla="*/ 31709 h 73510"/>
                <a:gd name="csX7" fmla="*/ 38254 w 169134"/>
                <a:gd name="csY7" fmla="*/ 43080 h 73510"/>
                <a:gd name="csX8" fmla="*/ 33047 w 169134"/>
                <a:gd name="csY8" fmla="*/ 52430 h 73510"/>
                <a:gd name="csX9" fmla="*/ 36984 w 169134"/>
                <a:gd name="csY9" fmla="*/ 61527 h 73510"/>
                <a:gd name="csX10" fmla="*/ 48287 w 169134"/>
                <a:gd name="csY10" fmla="*/ 70119 h 73510"/>
                <a:gd name="csX11" fmla="*/ 34571 w 169134"/>
                <a:gd name="csY11" fmla="*/ 71888 h 73510"/>
                <a:gd name="csX12" fmla="*/ 43208 w 169134"/>
                <a:gd name="csY12" fmla="*/ 24381 h 73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69134" h="73510">
                  <a:moveTo>
                    <a:pt x="43080" y="24254"/>
                  </a:moveTo>
                  <a:cubicBezTo>
                    <a:pt x="53240" y="23875"/>
                    <a:pt x="71655" y="20085"/>
                    <a:pt x="81053" y="16421"/>
                  </a:cubicBezTo>
                  <a:cubicBezTo>
                    <a:pt x="174525" y="-20094"/>
                    <a:pt x="169699" y="14652"/>
                    <a:pt x="168810" y="21854"/>
                  </a:cubicBezTo>
                  <a:cubicBezTo>
                    <a:pt x="158396" y="18569"/>
                    <a:pt x="147983" y="15283"/>
                    <a:pt x="137060" y="13894"/>
                  </a:cubicBezTo>
                  <a:cubicBezTo>
                    <a:pt x="126139" y="12504"/>
                    <a:pt x="114962" y="13009"/>
                    <a:pt x="104802" y="17305"/>
                  </a:cubicBezTo>
                  <a:cubicBezTo>
                    <a:pt x="99722" y="19453"/>
                    <a:pt x="95023" y="22485"/>
                    <a:pt x="90070" y="24633"/>
                  </a:cubicBezTo>
                  <a:cubicBezTo>
                    <a:pt x="81561" y="28297"/>
                    <a:pt x="72290" y="29687"/>
                    <a:pt x="63273" y="31709"/>
                  </a:cubicBezTo>
                  <a:cubicBezTo>
                    <a:pt x="54256" y="33730"/>
                    <a:pt x="44985" y="36763"/>
                    <a:pt x="38254" y="43080"/>
                  </a:cubicBezTo>
                  <a:cubicBezTo>
                    <a:pt x="35587" y="45607"/>
                    <a:pt x="33302" y="48766"/>
                    <a:pt x="33047" y="52430"/>
                  </a:cubicBezTo>
                  <a:cubicBezTo>
                    <a:pt x="32920" y="55841"/>
                    <a:pt x="34571" y="59126"/>
                    <a:pt x="36984" y="61527"/>
                  </a:cubicBezTo>
                  <a:cubicBezTo>
                    <a:pt x="39397" y="63928"/>
                    <a:pt x="45239" y="68476"/>
                    <a:pt x="48287" y="70119"/>
                  </a:cubicBezTo>
                  <a:cubicBezTo>
                    <a:pt x="44731" y="70624"/>
                    <a:pt x="38000" y="71256"/>
                    <a:pt x="34571" y="71888"/>
                  </a:cubicBezTo>
                  <a:cubicBezTo>
                    <a:pt x="-33247" y="83891"/>
                    <a:pt x="14759" y="25391"/>
                    <a:pt x="43208" y="24381"/>
                  </a:cubicBezTo>
                  <a:close/>
                </a:path>
              </a:pathLst>
            </a:custGeom>
            <a:solidFill>
              <a:srgbClr val="7D766B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66B9A3CA-DADE-C30C-3135-DDBEFA92D02A}"/>
                </a:ext>
              </a:extLst>
            </p:cNvPr>
            <p:cNvSpPr/>
            <p:nvPr/>
          </p:nvSpPr>
          <p:spPr>
            <a:xfrm>
              <a:off x="4049269" y="788028"/>
              <a:ext cx="170306" cy="96744"/>
            </a:xfrm>
            <a:custGeom>
              <a:avLst/>
              <a:gdLst>
                <a:gd name="csX0" fmla="*/ 815 w 138863"/>
                <a:gd name="csY0" fmla="*/ 59785 h 73635"/>
                <a:gd name="csX1" fmla="*/ 55679 w 138863"/>
                <a:gd name="csY1" fmla="*/ 26682 h 73635"/>
                <a:gd name="csX2" fmla="*/ 95557 w 138863"/>
                <a:gd name="csY2" fmla="*/ 10888 h 73635"/>
                <a:gd name="csX3" fmla="*/ 121973 w 138863"/>
                <a:gd name="csY3" fmla="*/ 528 h 73635"/>
                <a:gd name="csX4" fmla="*/ 138864 w 138863"/>
                <a:gd name="csY4" fmla="*/ 4950 h 73635"/>
                <a:gd name="csX5" fmla="*/ 138864 w 138863"/>
                <a:gd name="csY5" fmla="*/ 11899 h 73635"/>
                <a:gd name="csX6" fmla="*/ 30152 w 138863"/>
                <a:gd name="csY6" fmla="*/ 48793 h 73635"/>
                <a:gd name="csX7" fmla="*/ 28120 w 138863"/>
                <a:gd name="csY7" fmla="*/ 73304 h 73635"/>
                <a:gd name="csX8" fmla="*/ 942 w 138863"/>
                <a:gd name="csY8" fmla="*/ 59911 h 736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8863" h="73635">
                  <a:moveTo>
                    <a:pt x="815" y="59785"/>
                  </a:moveTo>
                  <a:cubicBezTo>
                    <a:pt x="815" y="59785"/>
                    <a:pt x="10340" y="42223"/>
                    <a:pt x="55679" y="26682"/>
                  </a:cubicBezTo>
                  <a:cubicBezTo>
                    <a:pt x="55679" y="26682"/>
                    <a:pt x="84635" y="18343"/>
                    <a:pt x="95557" y="10888"/>
                  </a:cubicBezTo>
                  <a:cubicBezTo>
                    <a:pt x="95557" y="10888"/>
                    <a:pt x="108129" y="1412"/>
                    <a:pt x="121973" y="528"/>
                  </a:cubicBezTo>
                  <a:cubicBezTo>
                    <a:pt x="121973" y="528"/>
                    <a:pt x="136070" y="-2252"/>
                    <a:pt x="138864" y="4950"/>
                  </a:cubicBezTo>
                  <a:cubicBezTo>
                    <a:pt x="138864" y="4950"/>
                    <a:pt x="137848" y="9119"/>
                    <a:pt x="138864" y="11899"/>
                  </a:cubicBezTo>
                  <a:cubicBezTo>
                    <a:pt x="138864" y="11899"/>
                    <a:pt x="38407" y="36916"/>
                    <a:pt x="30152" y="48793"/>
                  </a:cubicBezTo>
                  <a:cubicBezTo>
                    <a:pt x="30152" y="48793"/>
                    <a:pt x="11736" y="68124"/>
                    <a:pt x="28120" y="73304"/>
                  </a:cubicBezTo>
                  <a:cubicBezTo>
                    <a:pt x="28120" y="73304"/>
                    <a:pt x="-6043" y="76969"/>
                    <a:pt x="942" y="59911"/>
                  </a:cubicBezTo>
                  <a:close/>
                </a:path>
              </a:pathLst>
            </a:custGeom>
            <a:solidFill>
              <a:srgbClr val="868686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39A25046-B9AF-4DE6-B70E-226FA160684A}"/>
                </a:ext>
              </a:extLst>
            </p:cNvPr>
            <p:cNvSpPr/>
            <p:nvPr/>
          </p:nvSpPr>
          <p:spPr>
            <a:xfrm>
              <a:off x="3043047" y="396906"/>
              <a:ext cx="1378204" cy="935314"/>
            </a:xfrm>
            <a:custGeom>
              <a:avLst/>
              <a:gdLst>
                <a:gd name="csX0" fmla="*/ 1377950 w 1378204"/>
                <a:gd name="csY0" fmla="*/ 354616 h 935314"/>
                <a:gd name="csX1" fmla="*/ 1091438 w 1378204"/>
                <a:gd name="csY1" fmla="*/ 143613 h 935314"/>
                <a:gd name="csX2" fmla="*/ 933958 w 1378204"/>
                <a:gd name="csY2" fmla="*/ 85872 h 935314"/>
                <a:gd name="csX3" fmla="*/ 847090 w 1378204"/>
                <a:gd name="csY3" fmla="*/ 64266 h 935314"/>
                <a:gd name="csX4" fmla="*/ 682371 w 1378204"/>
                <a:gd name="csY4" fmla="*/ 7157 h 935314"/>
                <a:gd name="csX5" fmla="*/ 517144 w 1378204"/>
                <a:gd name="csY5" fmla="*/ 85872 h 935314"/>
                <a:gd name="csX6" fmla="*/ 171450 w 1378204"/>
                <a:gd name="csY6" fmla="*/ 254674 h 935314"/>
                <a:gd name="csX7" fmla="*/ 0 w 1378204"/>
                <a:gd name="csY7" fmla="*/ 387719 h 935314"/>
                <a:gd name="csX8" fmla="*/ 0 w 1378204"/>
                <a:gd name="csY8" fmla="*/ 578253 h 935314"/>
                <a:gd name="csX9" fmla="*/ 688467 w 1378204"/>
                <a:gd name="csY9" fmla="*/ 935314 h 935314"/>
                <a:gd name="csX10" fmla="*/ 1378204 w 1378204"/>
                <a:gd name="csY10" fmla="*/ 578253 h 935314"/>
                <a:gd name="csX11" fmla="*/ 1378204 w 1378204"/>
                <a:gd name="csY11" fmla="*/ 354616 h 935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378204" h="935314">
                  <a:moveTo>
                    <a:pt x="1377950" y="354616"/>
                  </a:moveTo>
                  <a:cubicBezTo>
                    <a:pt x="1207008" y="277164"/>
                    <a:pt x="1162812" y="224097"/>
                    <a:pt x="1091438" y="143613"/>
                  </a:cubicBezTo>
                  <a:cubicBezTo>
                    <a:pt x="1051560" y="98633"/>
                    <a:pt x="987298" y="116196"/>
                    <a:pt x="933958" y="85872"/>
                  </a:cubicBezTo>
                  <a:cubicBezTo>
                    <a:pt x="880618" y="55548"/>
                    <a:pt x="899541" y="90168"/>
                    <a:pt x="847090" y="64266"/>
                  </a:cubicBezTo>
                  <a:cubicBezTo>
                    <a:pt x="730758" y="6778"/>
                    <a:pt x="766318" y="-11796"/>
                    <a:pt x="682371" y="7157"/>
                  </a:cubicBezTo>
                  <a:cubicBezTo>
                    <a:pt x="598424" y="26109"/>
                    <a:pt x="568452" y="43798"/>
                    <a:pt x="517144" y="85872"/>
                  </a:cubicBezTo>
                  <a:cubicBezTo>
                    <a:pt x="445516" y="144750"/>
                    <a:pt x="281940" y="262255"/>
                    <a:pt x="171450" y="254674"/>
                  </a:cubicBezTo>
                  <a:cubicBezTo>
                    <a:pt x="60833" y="247093"/>
                    <a:pt x="0" y="387719"/>
                    <a:pt x="0" y="387719"/>
                  </a:cubicBezTo>
                  <a:lnTo>
                    <a:pt x="0" y="578253"/>
                  </a:lnTo>
                  <a:lnTo>
                    <a:pt x="688467" y="935314"/>
                  </a:lnTo>
                  <a:lnTo>
                    <a:pt x="1378204" y="578253"/>
                  </a:lnTo>
                  <a:lnTo>
                    <a:pt x="1378204" y="354616"/>
                  </a:lnTo>
                  <a:close/>
                </a:path>
              </a:pathLst>
            </a:custGeom>
            <a:noFill/>
            <a:ln w="12700" cap="flat">
              <a:solidFill>
                <a:srgbClr val="7D766B"/>
              </a:solidFill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</p:grpSp>
      <p:grpSp>
        <p:nvGrpSpPr>
          <p:cNvPr id="52" name="Graphic 147">
            <a:extLst>
              <a:ext uri="{FF2B5EF4-FFF2-40B4-BE49-F238E27FC236}">
                <a16:creationId xmlns:a16="http://schemas.microsoft.com/office/drawing/2014/main" id="{20ACDF73-BC1E-220A-806A-51D99288306F}"/>
              </a:ext>
            </a:extLst>
          </p:cNvPr>
          <p:cNvGrpSpPr/>
          <p:nvPr/>
        </p:nvGrpSpPr>
        <p:grpSpPr>
          <a:xfrm>
            <a:off x="21532165" y="8356282"/>
            <a:ext cx="777986" cy="773993"/>
            <a:chOff x="3488436" y="797765"/>
            <a:chExt cx="127000" cy="126348"/>
          </a:xfrm>
          <a:blipFill dpi="0" rotWithShape="1">
            <a:blip r:embed="rId5"/>
            <a:srcRect/>
            <a:tile tx="50800" ty="12700" sx="100000" sy="100000" flip="none" algn="tl"/>
          </a:blipFill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FB1EB11-09F2-359A-D55D-451862341991}"/>
                </a:ext>
              </a:extLst>
            </p:cNvPr>
            <p:cNvSpPr/>
            <p:nvPr/>
          </p:nvSpPr>
          <p:spPr>
            <a:xfrm>
              <a:off x="3488436" y="797765"/>
              <a:ext cx="127000" cy="126348"/>
            </a:xfrm>
            <a:prstGeom prst="ellipse">
              <a:avLst/>
            </a:prstGeom>
            <a:grpFill/>
            <a:ln w="6350" cap="flat">
              <a:solidFill>
                <a:srgbClr val="5F838F"/>
              </a:solidFill>
              <a:prstDash val="solid"/>
              <a:miter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78495706-D3C6-A32C-B42D-1DBE7F0DCC8E}"/>
                </a:ext>
              </a:extLst>
            </p:cNvPr>
            <p:cNvSpPr/>
            <p:nvPr/>
          </p:nvSpPr>
          <p:spPr>
            <a:xfrm>
              <a:off x="3536569" y="809642"/>
              <a:ext cx="74245" cy="108842"/>
            </a:xfrm>
            <a:custGeom>
              <a:avLst/>
              <a:gdLst>
                <a:gd name="csX0" fmla="*/ 127 w 74245"/>
                <a:gd name="csY0" fmla="*/ 107396 h 108842"/>
                <a:gd name="csX1" fmla="*/ 72898 w 74245"/>
                <a:gd name="csY1" fmla="*/ 60521 h 108842"/>
                <a:gd name="csX2" fmla="*/ 44831 w 74245"/>
                <a:gd name="csY2" fmla="*/ 0 h 108842"/>
                <a:gd name="csX3" fmla="*/ 0 w 74245"/>
                <a:gd name="csY3" fmla="*/ 107396 h 108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245" h="108842">
                  <a:moveTo>
                    <a:pt x="127" y="107396"/>
                  </a:moveTo>
                  <a:cubicBezTo>
                    <a:pt x="127" y="107396"/>
                    <a:pt x="57912" y="121674"/>
                    <a:pt x="72898" y="60521"/>
                  </a:cubicBezTo>
                  <a:cubicBezTo>
                    <a:pt x="81661" y="24891"/>
                    <a:pt x="44831" y="0"/>
                    <a:pt x="44831" y="0"/>
                  </a:cubicBezTo>
                  <a:cubicBezTo>
                    <a:pt x="44831" y="0"/>
                    <a:pt x="82804" y="90718"/>
                    <a:pt x="0" y="10739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4874B00-9679-58B3-FF6F-EBEF0341D638}"/>
                </a:ext>
              </a:extLst>
            </p:cNvPr>
            <p:cNvSpPr/>
            <p:nvPr/>
          </p:nvSpPr>
          <p:spPr>
            <a:xfrm>
              <a:off x="3505453" y="821164"/>
              <a:ext cx="22664" cy="23316"/>
            </a:xfrm>
            <a:custGeom>
              <a:avLst/>
              <a:gdLst>
                <a:gd name="csX0" fmla="*/ 0 w 22664"/>
                <a:gd name="csY0" fmla="*/ 22592 h 23316"/>
                <a:gd name="csX1" fmla="*/ 17145 w 22664"/>
                <a:gd name="csY1" fmla="*/ 355 h 23316"/>
                <a:gd name="csX2" fmla="*/ 17145 w 22664"/>
                <a:gd name="csY2" fmla="*/ 13874 h 23316"/>
                <a:gd name="csX3" fmla="*/ 0 w 22664"/>
                <a:gd name="csY3" fmla="*/ 22592 h 233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664" h="23316">
                  <a:moveTo>
                    <a:pt x="0" y="22592"/>
                  </a:moveTo>
                  <a:cubicBezTo>
                    <a:pt x="0" y="22592"/>
                    <a:pt x="7620" y="-3309"/>
                    <a:pt x="17145" y="355"/>
                  </a:cubicBezTo>
                  <a:cubicBezTo>
                    <a:pt x="26670" y="4019"/>
                    <a:pt x="21971" y="9958"/>
                    <a:pt x="17145" y="13874"/>
                  </a:cubicBezTo>
                  <a:cubicBezTo>
                    <a:pt x="12319" y="17791"/>
                    <a:pt x="6731" y="25751"/>
                    <a:pt x="0" y="22592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</p:grpSp>
      <p:grpSp>
        <p:nvGrpSpPr>
          <p:cNvPr id="56" name="Graphic 147">
            <a:extLst>
              <a:ext uri="{FF2B5EF4-FFF2-40B4-BE49-F238E27FC236}">
                <a16:creationId xmlns:a16="http://schemas.microsoft.com/office/drawing/2014/main" id="{B859B2DC-60C9-B6F1-1D10-0ADF2EC39C91}"/>
              </a:ext>
            </a:extLst>
          </p:cNvPr>
          <p:cNvGrpSpPr/>
          <p:nvPr/>
        </p:nvGrpSpPr>
        <p:grpSpPr>
          <a:xfrm>
            <a:off x="19281452" y="7714645"/>
            <a:ext cx="777986" cy="773993"/>
            <a:chOff x="3121025" y="693022"/>
            <a:chExt cx="127000" cy="126348"/>
          </a:xfrm>
          <a:blipFill>
            <a:blip r:embed="rId4"/>
            <a:tile tx="0" ty="0" sx="100000" sy="100000" flip="none" algn="tl"/>
          </a:blipFill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AF416D7-65C6-2263-B54A-DC6741D1C120}"/>
                </a:ext>
              </a:extLst>
            </p:cNvPr>
            <p:cNvSpPr/>
            <p:nvPr/>
          </p:nvSpPr>
          <p:spPr>
            <a:xfrm>
              <a:off x="3121025" y="693022"/>
              <a:ext cx="127000" cy="126348"/>
            </a:xfrm>
            <a:prstGeom prst="ellipse">
              <a:avLst/>
            </a:prstGeom>
            <a:grpFill/>
            <a:ln w="6350" cap="flat">
              <a:solidFill>
                <a:srgbClr val="8F4758"/>
              </a:solidFill>
              <a:prstDash val="solid"/>
              <a:miter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7A2F131-08B5-4D80-3164-0888C50EC4B1}"/>
                </a:ext>
              </a:extLst>
            </p:cNvPr>
            <p:cNvSpPr/>
            <p:nvPr/>
          </p:nvSpPr>
          <p:spPr>
            <a:xfrm>
              <a:off x="3169285" y="704899"/>
              <a:ext cx="74245" cy="108842"/>
            </a:xfrm>
            <a:custGeom>
              <a:avLst/>
              <a:gdLst>
                <a:gd name="csX0" fmla="*/ 127 w 74245"/>
                <a:gd name="csY0" fmla="*/ 107396 h 108842"/>
                <a:gd name="csX1" fmla="*/ 72898 w 74245"/>
                <a:gd name="csY1" fmla="*/ 60521 h 108842"/>
                <a:gd name="csX2" fmla="*/ 44831 w 74245"/>
                <a:gd name="csY2" fmla="*/ 0 h 108842"/>
                <a:gd name="csX3" fmla="*/ 0 w 74245"/>
                <a:gd name="csY3" fmla="*/ 107396 h 108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245" h="108842">
                  <a:moveTo>
                    <a:pt x="127" y="107396"/>
                  </a:moveTo>
                  <a:cubicBezTo>
                    <a:pt x="127" y="107396"/>
                    <a:pt x="57912" y="121674"/>
                    <a:pt x="72898" y="60521"/>
                  </a:cubicBezTo>
                  <a:cubicBezTo>
                    <a:pt x="81661" y="24891"/>
                    <a:pt x="44831" y="0"/>
                    <a:pt x="44831" y="0"/>
                  </a:cubicBezTo>
                  <a:cubicBezTo>
                    <a:pt x="44831" y="0"/>
                    <a:pt x="82804" y="90718"/>
                    <a:pt x="0" y="10739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3FED9309-BBBA-9552-98DA-82BD19E0FE8A}"/>
                </a:ext>
              </a:extLst>
            </p:cNvPr>
            <p:cNvSpPr/>
            <p:nvPr/>
          </p:nvSpPr>
          <p:spPr>
            <a:xfrm>
              <a:off x="3138170" y="716421"/>
              <a:ext cx="22663" cy="23316"/>
            </a:xfrm>
            <a:custGeom>
              <a:avLst/>
              <a:gdLst>
                <a:gd name="csX0" fmla="*/ 0 w 22663"/>
                <a:gd name="csY0" fmla="*/ 22592 h 23316"/>
                <a:gd name="csX1" fmla="*/ 17145 w 22663"/>
                <a:gd name="csY1" fmla="*/ 355 h 23316"/>
                <a:gd name="csX2" fmla="*/ 17145 w 22663"/>
                <a:gd name="csY2" fmla="*/ 13874 h 23316"/>
                <a:gd name="csX3" fmla="*/ 0 w 22663"/>
                <a:gd name="csY3" fmla="*/ 22592 h 233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663" h="23316">
                  <a:moveTo>
                    <a:pt x="0" y="22592"/>
                  </a:moveTo>
                  <a:cubicBezTo>
                    <a:pt x="0" y="22592"/>
                    <a:pt x="7620" y="-3309"/>
                    <a:pt x="17145" y="355"/>
                  </a:cubicBezTo>
                  <a:cubicBezTo>
                    <a:pt x="26670" y="4019"/>
                    <a:pt x="21971" y="9958"/>
                    <a:pt x="17145" y="13874"/>
                  </a:cubicBezTo>
                  <a:cubicBezTo>
                    <a:pt x="12319" y="17791"/>
                    <a:pt x="6731" y="25751"/>
                    <a:pt x="0" y="22592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</p:grpSp>
      <p:sp>
        <p:nvSpPr>
          <p:cNvPr id="60" name="Freeform 59">
            <a:extLst>
              <a:ext uri="{FF2B5EF4-FFF2-40B4-BE49-F238E27FC236}">
                <a16:creationId xmlns:a16="http://schemas.microsoft.com/office/drawing/2014/main" id="{725A9BD5-2E4E-1FA2-B26E-DC3AE78E416F}"/>
              </a:ext>
            </a:extLst>
          </p:cNvPr>
          <p:cNvSpPr/>
          <p:nvPr/>
        </p:nvSpPr>
        <p:spPr>
          <a:xfrm>
            <a:off x="19805043" y="7609990"/>
            <a:ext cx="2125451" cy="961457"/>
          </a:xfrm>
          <a:custGeom>
            <a:avLst/>
            <a:gdLst>
              <a:gd name="csX0" fmla="*/ 346964 w 346963"/>
              <a:gd name="csY0" fmla="*/ 156951 h 156950"/>
              <a:gd name="csX1" fmla="*/ 0 w 346963"/>
              <a:gd name="csY1" fmla="*/ 68128 h 156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46963" h="156950">
                <a:moveTo>
                  <a:pt x="346964" y="156951"/>
                </a:moveTo>
                <a:cubicBezTo>
                  <a:pt x="346964" y="156951"/>
                  <a:pt x="327660" y="-126197"/>
                  <a:pt x="0" y="68128"/>
                </a:cubicBezTo>
              </a:path>
            </a:pathLst>
          </a:custGeom>
          <a:noFill/>
          <a:ln w="127000" cap="flat">
            <a:solidFill>
              <a:srgbClr val="F28E2B"/>
            </a:solidFill>
            <a:prstDash val="solid"/>
            <a:miter/>
            <a:headEnd type="triangl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endParaRPr lang="en-US" sz="16200" dirty="0"/>
          </a:p>
        </p:txBody>
      </p:sp>
      <p:grpSp>
        <p:nvGrpSpPr>
          <p:cNvPr id="62" name="Graphic 147">
            <a:extLst>
              <a:ext uri="{FF2B5EF4-FFF2-40B4-BE49-F238E27FC236}">
                <a16:creationId xmlns:a16="http://schemas.microsoft.com/office/drawing/2014/main" id="{18EECF18-B28A-9561-AD82-4DA4813C9AD1}"/>
              </a:ext>
            </a:extLst>
          </p:cNvPr>
          <p:cNvGrpSpPr/>
          <p:nvPr/>
        </p:nvGrpSpPr>
        <p:grpSpPr>
          <a:xfrm>
            <a:off x="27808232" y="5910095"/>
            <a:ext cx="8462151" cy="5729617"/>
            <a:chOff x="4547742" y="396906"/>
            <a:chExt cx="1381378" cy="935314"/>
          </a:xfrm>
        </p:grpSpPr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219BE68-0D67-A020-91A5-CD22E91EAD84}"/>
                </a:ext>
              </a:extLst>
            </p:cNvPr>
            <p:cNvSpPr/>
            <p:nvPr/>
          </p:nvSpPr>
          <p:spPr>
            <a:xfrm>
              <a:off x="4547742" y="396906"/>
              <a:ext cx="1378203" cy="935314"/>
            </a:xfrm>
            <a:custGeom>
              <a:avLst/>
              <a:gdLst>
                <a:gd name="csX0" fmla="*/ 1377950 w 1378203"/>
                <a:gd name="csY0" fmla="*/ 354616 h 935314"/>
                <a:gd name="csX1" fmla="*/ 1091438 w 1378203"/>
                <a:gd name="csY1" fmla="*/ 143613 h 935314"/>
                <a:gd name="csX2" fmla="*/ 933958 w 1378203"/>
                <a:gd name="csY2" fmla="*/ 85872 h 935314"/>
                <a:gd name="csX3" fmla="*/ 847090 w 1378203"/>
                <a:gd name="csY3" fmla="*/ 64266 h 935314"/>
                <a:gd name="csX4" fmla="*/ 682371 w 1378203"/>
                <a:gd name="csY4" fmla="*/ 7157 h 935314"/>
                <a:gd name="csX5" fmla="*/ 517144 w 1378203"/>
                <a:gd name="csY5" fmla="*/ 85872 h 935314"/>
                <a:gd name="csX6" fmla="*/ 171450 w 1378203"/>
                <a:gd name="csY6" fmla="*/ 254674 h 935314"/>
                <a:gd name="csX7" fmla="*/ 0 w 1378203"/>
                <a:gd name="csY7" fmla="*/ 387719 h 935314"/>
                <a:gd name="csX8" fmla="*/ 0 w 1378203"/>
                <a:gd name="csY8" fmla="*/ 578253 h 935314"/>
                <a:gd name="csX9" fmla="*/ 688467 w 1378203"/>
                <a:gd name="csY9" fmla="*/ 935314 h 935314"/>
                <a:gd name="csX10" fmla="*/ 1378204 w 1378203"/>
                <a:gd name="csY10" fmla="*/ 578253 h 935314"/>
                <a:gd name="csX11" fmla="*/ 1378204 w 1378203"/>
                <a:gd name="csY11" fmla="*/ 354616 h 935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378203" h="935314">
                  <a:moveTo>
                    <a:pt x="1377950" y="354616"/>
                  </a:moveTo>
                  <a:cubicBezTo>
                    <a:pt x="1207008" y="277164"/>
                    <a:pt x="1162812" y="224097"/>
                    <a:pt x="1091438" y="143613"/>
                  </a:cubicBezTo>
                  <a:cubicBezTo>
                    <a:pt x="1051560" y="98633"/>
                    <a:pt x="987298" y="116196"/>
                    <a:pt x="933958" y="85872"/>
                  </a:cubicBezTo>
                  <a:cubicBezTo>
                    <a:pt x="880618" y="55548"/>
                    <a:pt x="899541" y="90168"/>
                    <a:pt x="847090" y="64266"/>
                  </a:cubicBezTo>
                  <a:cubicBezTo>
                    <a:pt x="730758" y="6778"/>
                    <a:pt x="766318" y="-11796"/>
                    <a:pt x="682371" y="7157"/>
                  </a:cubicBezTo>
                  <a:cubicBezTo>
                    <a:pt x="598424" y="26109"/>
                    <a:pt x="568452" y="43798"/>
                    <a:pt x="517144" y="85872"/>
                  </a:cubicBezTo>
                  <a:cubicBezTo>
                    <a:pt x="445516" y="144750"/>
                    <a:pt x="281940" y="262255"/>
                    <a:pt x="171450" y="254674"/>
                  </a:cubicBezTo>
                  <a:cubicBezTo>
                    <a:pt x="60833" y="247093"/>
                    <a:pt x="0" y="387719"/>
                    <a:pt x="0" y="387719"/>
                  </a:cubicBezTo>
                  <a:lnTo>
                    <a:pt x="0" y="578253"/>
                  </a:lnTo>
                  <a:lnTo>
                    <a:pt x="688467" y="935314"/>
                  </a:lnTo>
                  <a:lnTo>
                    <a:pt x="1378204" y="578253"/>
                  </a:lnTo>
                  <a:lnTo>
                    <a:pt x="1378204" y="354616"/>
                  </a:lnTo>
                  <a:close/>
                </a:path>
              </a:pathLst>
            </a:custGeom>
            <a:solidFill>
              <a:srgbClr val="D0C4B1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 dirty="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4B3C2BB7-DA6C-2881-183C-1C79C6165410}"/>
                </a:ext>
              </a:extLst>
            </p:cNvPr>
            <p:cNvSpPr/>
            <p:nvPr/>
          </p:nvSpPr>
          <p:spPr>
            <a:xfrm>
              <a:off x="4820792" y="441848"/>
              <a:ext cx="420502" cy="584505"/>
            </a:xfrm>
            <a:custGeom>
              <a:avLst/>
              <a:gdLst>
                <a:gd name="csX0" fmla="*/ 0 w 420502"/>
                <a:gd name="csY0" fmla="*/ 464703 h 584505"/>
                <a:gd name="csX1" fmla="*/ 173609 w 420502"/>
                <a:gd name="csY1" fmla="*/ 309547 h 584505"/>
                <a:gd name="csX2" fmla="*/ 295148 w 420502"/>
                <a:gd name="csY2" fmla="*/ 155781 h 584505"/>
                <a:gd name="csX3" fmla="*/ 378460 w 420502"/>
                <a:gd name="csY3" fmla="*/ 36634 h 584505"/>
                <a:gd name="csX4" fmla="*/ 415163 w 420502"/>
                <a:gd name="csY4" fmla="*/ 21977 h 584505"/>
                <a:gd name="csX5" fmla="*/ 376047 w 420502"/>
                <a:gd name="csY5" fmla="*/ 180798 h 584505"/>
                <a:gd name="csX6" fmla="*/ 344678 w 420502"/>
                <a:gd name="csY6" fmla="*/ 288321 h 584505"/>
                <a:gd name="csX7" fmla="*/ 272034 w 420502"/>
                <a:gd name="csY7" fmla="*/ 384219 h 584505"/>
                <a:gd name="csX8" fmla="*/ 179197 w 420502"/>
                <a:gd name="csY8" fmla="*/ 583218 h 584505"/>
                <a:gd name="csX9" fmla="*/ 91694 w 420502"/>
                <a:gd name="csY9" fmla="*/ 525856 h 584505"/>
                <a:gd name="csX10" fmla="*/ 127 w 420502"/>
                <a:gd name="csY10" fmla="*/ 464830 h 5845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20502" h="584505">
                  <a:moveTo>
                    <a:pt x="0" y="464703"/>
                  </a:moveTo>
                  <a:cubicBezTo>
                    <a:pt x="0" y="464703"/>
                    <a:pt x="110236" y="337218"/>
                    <a:pt x="173609" y="309547"/>
                  </a:cubicBezTo>
                  <a:cubicBezTo>
                    <a:pt x="236982" y="281877"/>
                    <a:pt x="290068" y="188505"/>
                    <a:pt x="295148" y="155781"/>
                  </a:cubicBezTo>
                  <a:cubicBezTo>
                    <a:pt x="300228" y="123056"/>
                    <a:pt x="358267" y="51669"/>
                    <a:pt x="378460" y="36634"/>
                  </a:cubicBezTo>
                  <a:cubicBezTo>
                    <a:pt x="398653" y="21598"/>
                    <a:pt x="433959" y="-28436"/>
                    <a:pt x="415163" y="21977"/>
                  </a:cubicBezTo>
                  <a:cubicBezTo>
                    <a:pt x="396240" y="72391"/>
                    <a:pt x="403860" y="147947"/>
                    <a:pt x="376047" y="180798"/>
                  </a:cubicBezTo>
                  <a:cubicBezTo>
                    <a:pt x="348234" y="213648"/>
                    <a:pt x="377571" y="248015"/>
                    <a:pt x="344678" y="288321"/>
                  </a:cubicBezTo>
                  <a:cubicBezTo>
                    <a:pt x="311785" y="328626"/>
                    <a:pt x="299085" y="321171"/>
                    <a:pt x="272034" y="384219"/>
                  </a:cubicBezTo>
                  <a:cubicBezTo>
                    <a:pt x="173609" y="613163"/>
                    <a:pt x="179197" y="583218"/>
                    <a:pt x="179197" y="583218"/>
                  </a:cubicBezTo>
                  <a:cubicBezTo>
                    <a:pt x="179197" y="583218"/>
                    <a:pt x="118364" y="567046"/>
                    <a:pt x="91694" y="525856"/>
                  </a:cubicBezTo>
                  <a:cubicBezTo>
                    <a:pt x="70993" y="494016"/>
                    <a:pt x="32766" y="476706"/>
                    <a:pt x="127" y="464830"/>
                  </a:cubicBezTo>
                  <a:close/>
                </a:path>
              </a:pathLst>
            </a:custGeom>
            <a:solidFill>
              <a:srgbClr val="BDB3A2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7750005A-E735-B52D-FE72-7A3299D89200}"/>
                </a:ext>
              </a:extLst>
            </p:cNvPr>
            <p:cNvSpPr/>
            <p:nvPr/>
          </p:nvSpPr>
          <p:spPr>
            <a:xfrm>
              <a:off x="4664836" y="443483"/>
              <a:ext cx="540258" cy="464836"/>
            </a:xfrm>
            <a:custGeom>
              <a:avLst/>
              <a:gdLst>
                <a:gd name="csX0" fmla="*/ 119888 w 540258"/>
                <a:gd name="csY0" fmla="*/ 464837 h 464836"/>
                <a:gd name="csX1" fmla="*/ 313309 w 540258"/>
                <a:gd name="csY1" fmla="*/ 294013 h 464836"/>
                <a:gd name="csX2" fmla="*/ 417195 w 540258"/>
                <a:gd name="csY2" fmla="*/ 159073 h 464836"/>
                <a:gd name="csX3" fmla="*/ 540258 w 540258"/>
                <a:gd name="csY3" fmla="*/ 0 h 464836"/>
                <a:gd name="csX4" fmla="*/ 413766 w 540258"/>
                <a:gd name="csY4" fmla="*/ 138984 h 464836"/>
                <a:gd name="csX5" fmla="*/ 336550 w 540258"/>
                <a:gd name="csY5" fmla="*/ 230586 h 464836"/>
                <a:gd name="csX6" fmla="*/ 266319 w 540258"/>
                <a:gd name="csY6" fmla="*/ 283779 h 464836"/>
                <a:gd name="csX7" fmla="*/ 171069 w 540258"/>
                <a:gd name="csY7" fmla="*/ 344174 h 464836"/>
                <a:gd name="csX8" fmla="*/ 102997 w 540258"/>
                <a:gd name="csY8" fmla="*/ 408233 h 464836"/>
                <a:gd name="csX9" fmla="*/ 0 w 540258"/>
                <a:gd name="csY9" fmla="*/ 462942 h 464836"/>
                <a:gd name="csX10" fmla="*/ 119761 w 540258"/>
                <a:gd name="csY10" fmla="*/ 464710 h 4648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40258" h="464836">
                  <a:moveTo>
                    <a:pt x="119888" y="464837"/>
                  </a:moveTo>
                  <a:cubicBezTo>
                    <a:pt x="119888" y="464837"/>
                    <a:pt x="226568" y="336719"/>
                    <a:pt x="313309" y="294013"/>
                  </a:cubicBezTo>
                  <a:cubicBezTo>
                    <a:pt x="358648" y="271776"/>
                    <a:pt x="412877" y="194324"/>
                    <a:pt x="417195" y="159073"/>
                  </a:cubicBezTo>
                  <a:cubicBezTo>
                    <a:pt x="421894" y="121295"/>
                    <a:pt x="467995" y="59258"/>
                    <a:pt x="540258" y="0"/>
                  </a:cubicBezTo>
                  <a:cubicBezTo>
                    <a:pt x="540258" y="0"/>
                    <a:pt x="470027" y="57110"/>
                    <a:pt x="413766" y="138984"/>
                  </a:cubicBezTo>
                  <a:cubicBezTo>
                    <a:pt x="357505" y="220858"/>
                    <a:pt x="366395" y="206201"/>
                    <a:pt x="336550" y="230586"/>
                  </a:cubicBezTo>
                  <a:cubicBezTo>
                    <a:pt x="311404" y="251181"/>
                    <a:pt x="298450" y="255856"/>
                    <a:pt x="266319" y="283779"/>
                  </a:cubicBezTo>
                  <a:cubicBezTo>
                    <a:pt x="234188" y="311702"/>
                    <a:pt x="189103" y="318146"/>
                    <a:pt x="171069" y="344174"/>
                  </a:cubicBezTo>
                  <a:cubicBezTo>
                    <a:pt x="153035" y="370202"/>
                    <a:pt x="107061" y="388017"/>
                    <a:pt x="102997" y="408233"/>
                  </a:cubicBezTo>
                  <a:cubicBezTo>
                    <a:pt x="98933" y="428448"/>
                    <a:pt x="0" y="462942"/>
                    <a:pt x="0" y="462942"/>
                  </a:cubicBezTo>
                  <a:cubicBezTo>
                    <a:pt x="0" y="462942"/>
                    <a:pt x="78486" y="435777"/>
                    <a:pt x="119761" y="464710"/>
                  </a:cubicBezTo>
                  <a:close/>
                </a:path>
              </a:pathLst>
            </a:custGeom>
            <a:solidFill>
              <a:srgbClr val="FFEFD5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245282EA-8942-61AB-2335-CC8035052B74}"/>
                </a:ext>
              </a:extLst>
            </p:cNvPr>
            <p:cNvSpPr/>
            <p:nvPr/>
          </p:nvSpPr>
          <p:spPr>
            <a:xfrm>
              <a:off x="5136515" y="461172"/>
              <a:ext cx="140200" cy="619866"/>
            </a:xfrm>
            <a:custGeom>
              <a:avLst/>
              <a:gdLst>
                <a:gd name="csX0" fmla="*/ 118618 w 140200"/>
                <a:gd name="csY0" fmla="*/ 0 h 619866"/>
                <a:gd name="csX1" fmla="*/ 125476 w 140200"/>
                <a:gd name="csY1" fmla="*/ 147449 h 619866"/>
                <a:gd name="csX2" fmla="*/ 92329 w 140200"/>
                <a:gd name="csY2" fmla="*/ 318272 h 619866"/>
                <a:gd name="csX3" fmla="*/ 79375 w 140200"/>
                <a:gd name="csY3" fmla="*/ 388396 h 619866"/>
                <a:gd name="csX4" fmla="*/ 33909 w 140200"/>
                <a:gd name="csY4" fmla="*/ 479999 h 619866"/>
                <a:gd name="csX5" fmla="*/ 14351 w 140200"/>
                <a:gd name="csY5" fmla="*/ 548985 h 619866"/>
                <a:gd name="csX6" fmla="*/ 0 w 140200"/>
                <a:gd name="csY6" fmla="*/ 619867 h 619866"/>
                <a:gd name="csX7" fmla="*/ 110109 w 140200"/>
                <a:gd name="csY7" fmla="*/ 616203 h 619866"/>
                <a:gd name="csX8" fmla="*/ 124460 w 140200"/>
                <a:gd name="csY8" fmla="*/ 425669 h 619866"/>
                <a:gd name="csX9" fmla="*/ 139954 w 140200"/>
                <a:gd name="csY9" fmla="*/ 298183 h 619866"/>
                <a:gd name="csX10" fmla="*/ 139192 w 140200"/>
                <a:gd name="csY10" fmla="*/ 243600 h 619866"/>
                <a:gd name="csX11" fmla="*/ 118745 w 140200"/>
                <a:gd name="csY11" fmla="*/ 0 h 619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0200" h="619866">
                  <a:moveTo>
                    <a:pt x="118618" y="0"/>
                  </a:moveTo>
                  <a:cubicBezTo>
                    <a:pt x="118618" y="0"/>
                    <a:pt x="138430" y="89202"/>
                    <a:pt x="125476" y="147449"/>
                  </a:cubicBezTo>
                  <a:cubicBezTo>
                    <a:pt x="112522" y="205696"/>
                    <a:pt x="85852" y="288075"/>
                    <a:pt x="92329" y="318272"/>
                  </a:cubicBezTo>
                  <a:cubicBezTo>
                    <a:pt x="98806" y="348470"/>
                    <a:pt x="81534" y="344174"/>
                    <a:pt x="79375" y="388396"/>
                  </a:cubicBezTo>
                  <a:cubicBezTo>
                    <a:pt x="77216" y="432618"/>
                    <a:pt x="36068" y="434766"/>
                    <a:pt x="33909" y="479999"/>
                  </a:cubicBezTo>
                  <a:cubicBezTo>
                    <a:pt x="31750" y="525232"/>
                    <a:pt x="14351" y="548985"/>
                    <a:pt x="14351" y="548985"/>
                  </a:cubicBezTo>
                  <a:lnTo>
                    <a:pt x="0" y="619867"/>
                  </a:lnTo>
                  <a:cubicBezTo>
                    <a:pt x="0" y="619867"/>
                    <a:pt x="77978" y="590175"/>
                    <a:pt x="110109" y="616203"/>
                  </a:cubicBezTo>
                  <a:cubicBezTo>
                    <a:pt x="110109" y="616203"/>
                    <a:pt x="114554" y="483410"/>
                    <a:pt x="124460" y="425669"/>
                  </a:cubicBezTo>
                  <a:cubicBezTo>
                    <a:pt x="133604" y="371971"/>
                    <a:pt x="141732" y="324463"/>
                    <a:pt x="139954" y="298183"/>
                  </a:cubicBezTo>
                  <a:cubicBezTo>
                    <a:pt x="138430" y="275946"/>
                    <a:pt x="140716" y="260784"/>
                    <a:pt x="139192" y="243600"/>
                  </a:cubicBezTo>
                  <a:cubicBezTo>
                    <a:pt x="138049" y="229828"/>
                    <a:pt x="146939" y="45233"/>
                    <a:pt x="118745" y="0"/>
                  </a:cubicBezTo>
                  <a:close/>
                </a:path>
              </a:pathLst>
            </a:custGeom>
            <a:solidFill>
              <a:srgbClr val="FFEFD5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5AA11357-AFDE-3A7B-7397-86A97F6BC5AD}"/>
                </a:ext>
              </a:extLst>
            </p:cNvPr>
            <p:cNvSpPr/>
            <p:nvPr/>
          </p:nvSpPr>
          <p:spPr>
            <a:xfrm>
              <a:off x="4548810" y="798902"/>
              <a:ext cx="688466" cy="533191"/>
            </a:xfrm>
            <a:custGeom>
              <a:avLst/>
              <a:gdLst>
                <a:gd name="csX0" fmla="*/ 273304 w 688466"/>
                <a:gd name="csY0" fmla="*/ 91350 h 533191"/>
                <a:gd name="csX1" fmla="*/ 106807 w 688466"/>
                <a:gd name="csY1" fmla="*/ 84275 h 533191"/>
                <a:gd name="csX2" fmla="*/ 0 w 688466"/>
                <a:gd name="csY2" fmla="*/ 0 h 533191"/>
                <a:gd name="csX3" fmla="*/ 0 w 688466"/>
                <a:gd name="csY3" fmla="*/ 176130 h 533191"/>
                <a:gd name="csX4" fmla="*/ 688467 w 688466"/>
                <a:gd name="csY4" fmla="*/ 533192 h 533191"/>
                <a:gd name="csX5" fmla="*/ 688467 w 688466"/>
                <a:gd name="csY5" fmla="*/ 223385 h 533191"/>
                <a:gd name="csX6" fmla="*/ 273304 w 688466"/>
                <a:gd name="csY6" fmla="*/ 91224 h 533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88466" h="533191">
                  <a:moveTo>
                    <a:pt x="273304" y="91350"/>
                  </a:moveTo>
                  <a:cubicBezTo>
                    <a:pt x="194691" y="64564"/>
                    <a:pt x="195199" y="96278"/>
                    <a:pt x="106807" y="84275"/>
                  </a:cubicBezTo>
                  <a:cubicBezTo>
                    <a:pt x="58293" y="77704"/>
                    <a:pt x="0" y="0"/>
                    <a:pt x="0" y="0"/>
                  </a:cubicBezTo>
                  <a:lnTo>
                    <a:pt x="0" y="176130"/>
                  </a:lnTo>
                  <a:lnTo>
                    <a:pt x="688467" y="533192"/>
                  </a:lnTo>
                  <a:lnTo>
                    <a:pt x="688467" y="223385"/>
                  </a:lnTo>
                  <a:cubicBezTo>
                    <a:pt x="382270" y="206580"/>
                    <a:pt x="351917" y="118010"/>
                    <a:pt x="273304" y="91224"/>
                  </a:cubicBezTo>
                  <a:close/>
                </a:path>
              </a:pathLst>
            </a:custGeom>
            <a:solidFill>
              <a:srgbClr val="FFEFD5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7F66137B-1668-ADBD-A3E1-E8043829E1E8}"/>
                </a:ext>
              </a:extLst>
            </p:cNvPr>
            <p:cNvSpPr/>
            <p:nvPr/>
          </p:nvSpPr>
          <p:spPr>
            <a:xfrm>
              <a:off x="5430773" y="475501"/>
              <a:ext cx="494791" cy="388849"/>
            </a:xfrm>
            <a:custGeom>
              <a:avLst/>
              <a:gdLst>
                <a:gd name="csX0" fmla="*/ 210312 w 494791"/>
                <a:gd name="csY0" fmla="*/ 80938 h 388849"/>
                <a:gd name="csX1" fmla="*/ 205740 w 494791"/>
                <a:gd name="csY1" fmla="*/ 113915 h 388849"/>
                <a:gd name="csX2" fmla="*/ 239522 w 494791"/>
                <a:gd name="csY2" fmla="*/ 167992 h 388849"/>
                <a:gd name="csX3" fmla="*/ 319913 w 494791"/>
                <a:gd name="csY3" fmla="*/ 190735 h 388849"/>
                <a:gd name="csX4" fmla="*/ 494792 w 494791"/>
                <a:gd name="csY4" fmla="*/ 283728 h 388849"/>
                <a:gd name="csX5" fmla="*/ 344424 w 494791"/>
                <a:gd name="csY5" fmla="*/ 388850 h 388849"/>
                <a:gd name="csX6" fmla="*/ 264033 w 494791"/>
                <a:gd name="csY6" fmla="*/ 208424 h 388849"/>
                <a:gd name="csX7" fmla="*/ 112522 w 494791"/>
                <a:gd name="csY7" fmla="*/ 80811 h 388849"/>
                <a:gd name="csX8" fmla="*/ 23495 w 494791"/>
                <a:gd name="csY8" fmla="*/ 35200 h 388849"/>
                <a:gd name="csX9" fmla="*/ 0 w 494791"/>
                <a:gd name="csY9" fmla="*/ 2223 h 388849"/>
                <a:gd name="csX10" fmla="*/ 24638 w 494791"/>
                <a:gd name="csY10" fmla="*/ 1591 h 388849"/>
                <a:gd name="csX11" fmla="*/ 94488 w 494791"/>
                <a:gd name="csY11" fmla="*/ 29514 h 388849"/>
                <a:gd name="csX12" fmla="*/ 210185 w 494791"/>
                <a:gd name="csY12" fmla="*/ 80811 h 388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94791" h="388849">
                  <a:moveTo>
                    <a:pt x="210312" y="80938"/>
                  </a:moveTo>
                  <a:cubicBezTo>
                    <a:pt x="210312" y="80938"/>
                    <a:pt x="203454" y="99637"/>
                    <a:pt x="205740" y="113915"/>
                  </a:cubicBezTo>
                  <a:cubicBezTo>
                    <a:pt x="208026" y="128192"/>
                    <a:pt x="223520" y="153841"/>
                    <a:pt x="239522" y="167992"/>
                  </a:cubicBezTo>
                  <a:cubicBezTo>
                    <a:pt x="255524" y="182143"/>
                    <a:pt x="310515" y="193641"/>
                    <a:pt x="319913" y="190735"/>
                  </a:cubicBezTo>
                  <a:cubicBezTo>
                    <a:pt x="319913" y="190735"/>
                    <a:pt x="440817" y="267934"/>
                    <a:pt x="494792" y="283728"/>
                  </a:cubicBezTo>
                  <a:cubicBezTo>
                    <a:pt x="494792" y="283728"/>
                    <a:pt x="374777" y="379247"/>
                    <a:pt x="344424" y="388850"/>
                  </a:cubicBezTo>
                  <a:cubicBezTo>
                    <a:pt x="344424" y="388850"/>
                    <a:pt x="484251" y="334014"/>
                    <a:pt x="264033" y="208424"/>
                  </a:cubicBezTo>
                  <a:cubicBezTo>
                    <a:pt x="223520" y="185302"/>
                    <a:pt x="141478" y="101280"/>
                    <a:pt x="112522" y="80811"/>
                  </a:cubicBezTo>
                  <a:cubicBezTo>
                    <a:pt x="83566" y="60343"/>
                    <a:pt x="23495" y="37474"/>
                    <a:pt x="23495" y="35200"/>
                  </a:cubicBezTo>
                  <a:cubicBezTo>
                    <a:pt x="23495" y="32925"/>
                    <a:pt x="19431" y="15868"/>
                    <a:pt x="0" y="2223"/>
                  </a:cubicBezTo>
                  <a:cubicBezTo>
                    <a:pt x="0" y="2223"/>
                    <a:pt x="7493" y="-2326"/>
                    <a:pt x="24638" y="1591"/>
                  </a:cubicBezTo>
                  <a:cubicBezTo>
                    <a:pt x="24638" y="1591"/>
                    <a:pt x="56134" y="22691"/>
                    <a:pt x="94488" y="29514"/>
                  </a:cubicBezTo>
                  <a:cubicBezTo>
                    <a:pt x="94488" y="29514"/>
                    <a:pt x="196469" y="36463"/>
                    <a:pt x="210185" y="80811"/>
                  </a:cubicBezTo>
                  <a:close/>
                </a:path>
              </a:pathLst>
            </a:custGeom>
            <a:solidFill>
              <a:srgbClr val="DFD2BC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732DD84F-3B6D-20B9-8366-AE4CC03DFBFD}"/>
                </a:ext>
              </a:extLst>
            </p:cNvPr>
            <p:cNvSpPr/>
            <p:nvPr/>
          </p:nvSpPr>
          <p:spPr>
            <a:xfrm>
              <a:off x="5250815" y="467742"/>
              <a:ext cx="583183" cy="607002"/>
            </a:xfrm>
            <a:custGeom>
              <a:avLst/>
              <a:gdLst>
                <a:gd name="csX0" fmla="*/ 583184 w 583183"/>
                <a:gd name="csY0" fmla="*/ 372476 h 607002"/>
                <a:gd name="csX1" fmla="*/ 546989 w 583183"/>
                <a:gd name="csY1" fmla="*/ 381952 h 607002"/>
                <a:gd name="csX2" fmla="*/ 547751 w 583183"/>
                <a:gd name="csY2" fmla="*/ 378541 h 607002"/>
                <a:gd name="csX3" fmla="*/ 532384 w 583183"/>
                <a:gd name="csY3" fmla="*/ 320926 h 607002"/>
                <a:gd name="csX4" fmla="*/ 453136 w 583183"/>
                <a:gd name="csY4" fmla="*/ 285548 h 607002"/>
                <a:gd name="csX5" fmla="*/ 343154 w 583183"/>
                <a:gd name="csY5" fmla="*/ 234756 h 607002"/>
                <a:gd name="csX6" fmla="*/ 250571 w 583183"/>
                <a:gd name="csY6" fmla="*/ 171076 h 607002"/>
                <a:gd name="csX7" fmla="*/ 225425 w 583183"/>
                <a:gd name="csY7" fmla="*/ 169686 h 607002"/>
                <a:gd name="csX8" fmla="*/ 222504 w 583183"/>
                <a:gd name="csY8" fmla="*/ 187880 h 607002"/>
                <a:gd name="csX9" fmla="*/ 299720 w 583183"/>
                <a:gd name="csY9" fmla="*/ 303237 h 607002"/>
                <a:gd name="csX10" fmla="*/ 281686 w 583183"/>
                <a:gd name="csY10" fmla="*/ 350491 h 607002"/>
                <a:gd name="csX11" fmla="*/ 264795 w 583183"/>
                <a:gd name="csY11" fmla="*/ 370707 h 607002"/>
                <a:gd name="csX12" fmla="*/ 263652 w 583183"/>
                <a:gd name="csY12" fmla="*/ 372350 h 607002"/>
                <a:gd name="csX13" fmla="*/ 226441 w 583183"/>
                <a:gd name="csY13" fmla="*/ 395471 h 607002"/>
                <a:gd name="csX14" fmla="*/ 155321 w 583183"/>
                <a:gd name="csY14" fmla="*/ 380057 h 607002"/>
                <a:gd name="csX15" fmla="*/ 138938 w 583183"/>
                <a:gd name="csY15" fmla="*/ 363758 h 607002"/>
                <a:gd name="csX16" fmla="*/ 112903 w 583183"/>
                <a:gd name="csY16" fmla="*/ 287570 h 607002"/>
                <a:gd name="csX17" fmla="*/ 109855 w 583183"/>
                <a:gd name="csY17" fmla="*/ 144417 h 607002"/>
                <a:gd name="csX18" fmla="*/ 11176 w 583183"/>
                <a:gd name="csY18" fmla="*/ 0 h 607002"/>
                <a:gd name="csX19" fmla="*/ 24003 w 583183"/>
                <a:gd name="csY19" fmla="*/ 379172 h 607002"/>
                <a:gd name="csX20" fmla="*/ 0 w 583183"/>
                <a:gd name="csY20" fmla="*/ 599904 h 607002"/>
                <a:gd name="csX21" fmla="*/ 265049 w 583183"/>
                <a:gd name="csY21" fmla="*/ 592323 h 607002"/>
                <a:gd name="csX22" fmla="*/ 239522 w 583183"/>
                <a:gd name="csY22" fmla="*/ 570464 h 607002"/>
                <a:gd name="csX23" fmla="*/ 274320 w 583183"/>
                <a:gd name="csY23" fmla="*/ 553281 h 607002"/>
                <a:gd name="csX24" fmla="*/ 365633 w 583183"/>
                <a:gd name="csY24" fmla="*/ 514618 h 607002"/>
                <a:gd name="csX25" fmla="*/ 499745 w 583183"/>
                <a:gd name="csY25" fmla="*/ 438809 h 607002"/>
                <a:gd name="csX26" fmla="*/ 567055 w 583183"/>
                <a:gd name="csY26" fmla="*/ 384858 h 607002"/>
                <a:gd name="csX27" fmla="*/ 583057 w 583183"/>
                <a:gd name="csY27" fmla="*/ 372602 h 6070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583183" h="607002">
                  <a:moveTo>
                    <a:pt x="583184" y="372476"/>
                  </a:moveTo>
                  <a:cubicBezTo>
                    <a:pt x="582422" y="370960"/>
                    <a:pt x="565658" y="375887"/>
                    <a:pt x="546989" y="381952"/>
                  </a:cubicBezTo>
                  <a:cubicBezTo>
                    <a:pt x="547370" y="380815"/>
                    <a:pt x="547751" y="379678"/>
                    <a:pt x="547751" y="378541"/>
                  </a:cubicBezTo>
                  <a:cubicBezTo>
                    <a:pt x="548259" y="360094"/>
                    <a:pt x="548005" y="330907"/>
                    <a:pt x="532384" y="320926"/>
                  </a:cubicBezTo>
                  <a:cubicBezTo>
                    <a:pt x="507746" y="305132"/>
                    <a:pt x="479933" y="297298"/>
                    <a:pt x="453136" y="285548"/>
                  </a:cubicBezTo>
                  <a:cubicBezTo>
                    <a:pt x="426339" y="273798"/>
                    <a:pt x="378206" y="264195"/>
                    <a:pt x="343154" y="234756"/>
                  </a:cubicBezTo>
                  <a:cubicBezTo>
                    <a:pt x="335915" y="228691"/>
                    <a:pt x="257302" y="177520"/>
                    <a:pt x="250571" y="171076"/>
                  </a:cubicBezTo>
                  <a:cubicBezTo>
                    <a:pt x="243713" y="164632"/>
                    <a:pt x="231521" y="162484"/>
                    <a:pt x="225425" y="169686"/>
                  </a:cubicBezTo>
                  <a:cubicBezTo>
                    <a:pt x="221361" y="174614"/>
                    <a:pt x="221615" y="181563"/>
                    <a:pt x="222504" y="187880"/>
                  </a:cubicBezTo>
                  <a:cubicBezTo>
                    <a:pt x="224663" y="205064"/>
                    <a:pt x="293624" y="286938"/>
                    <a:pt x="299720" y="303237"/>
                  </a:cubicBezTo>
                  <a:cubicBezTo>
                    <a:pt x="306324" y="320926"/>
                    <a:pt x="295529" y="337477"/>
                    <a:pt x="281686" y="350491"/>
                  </a:cubicBezTo>
                  <a:cubicBezTo>
                    <a:pt x="275336" y="356556"/>
                    <a:pt x="269621" y="363379"/>
                    <a:pt x="264795" y="370707"/>
                  </a:cubicBezTo>
                  <a:cubicBezTo>
                    <a:pt x="264414" y="371086"/>
                    <a:pt x="264160" y="371592"/>
                    <a:pt x="263652" y="372350"/>
                  </a:cubicBezTo>
                  <a:cubicBezTo>
                    <a:pt x="256794" y="384732"/>
                    <a:pt x="232410" y="396103"/>
                    <a:pt x="226441" y="395471"/>
                  </a:cubicBezTo>
                  <a:cubicBezTo>
                    <a:pt x="203200" y="393071"/>
                    <a:pt x="178435" y="377909"/>
                    <a:pt x="155321" y="380057"/>
                  </a:cubicBezTo>
                  <a:cubicBezTo>
                    <a:pt x="151384" y="374498"/>
                    <a:pt x="146050" y="368938"/>
                    <a:pt x="138938" y="363758"/>
                  </a:cubicBezTo>
                  <a:cubicBezTo>
                    <a:pt x="109982" y="342531"/>
                    <a:pt x="112903" y="287570"/>
                    <a:pt x="112903" y="287570"/>
                  </a:cubicBezTo>
                  <a:cubicBezTo>
                    <a:pt x="112903" y="287570"/>
                    <a:pt x="136779" y="223637"/>
                    <a:pt x="109855" y="144417"/>
                  </a:cubicBezTo>
                  <a:cubicBezTo>
                    <a:pt x="84328" y="69239"/>
                    <a:pt x="11176" y="0"/>
                    <a:pt x="11176" y="0"/>
                  </a:cubicBezTo>
                  <a:cubicBezTo>
                    <a:pt x="42164" y="72524"/>
                    <a:pt x="34163" y="354282"/>
                    <a:pt x="24003" y="379172"/>
                  </a:cubicBezTo>
                  <a:cubicBezTo>
                    <a:pt x="13081" y="405832"/>
                    <a:pt x="0" y="599904"/>
                    <a:pt x="0" y="599904"/>
                  </a:cubicBezTo>
                  <a:cubicBezTo>
                    <a:pt x="0" y="599904"/>
                    <a:pt x="311023" y="620119"/>
                    <a:pt x="265049" y="592323"/>
                  </a:cubicBezTo>
                  <a:cubicBezTo>
                    <a:pt x="252095" y="584489"/>
                    <a:pt x="244348" y="577287"/>
                    <a:pt x="239522" y="570464"/>
                  </a:cubicBezTo>
                  <a:cubicBezTo>
                    <a:pt x="251333" y="565158"/>
                    <a:pt x="262636" y="558840"/>
                    <a:pt x="274320" y="553281"/>
                  </a:cubicBezTo>
                  <a:cubicBezTo>
                    <a:pt x="304292" y="539256"/>
                    <a:pt x="337185" y="531423"/>
                    <a:pt x="365633" y="514618"/>
                  </a:cubicBezTo>
                  <a:cubicBezTo>
                    <a:pt x="406654" y="490359"/>
                    <a:pt x="458978" y="463700"/>
                    <a:pt x="499745" y="438809"/>
                  </a:cubicBezTo>
                  <a:cubicBezTo>
                    <a:pt x="508889" y="433250"/>
                    <a:pt x="558927" y="391807"/>
                    <a:pt x="567055" y="384858"/>
                  </a:cubicBezTo>
                  <a:cubicBezTo>
                    <a:pt x="569087" y="383089"/>
                    <a:pt x="584200" y="375129"/>
                    <a:pt x="583057" y="372602"/>
                  </a:cubicBezTo>
                  <a:close/>
                </a:path>
              </a:pathLst>
            </a:custGeom>
            <a:solidFill>
              <a:srgbClr val="BDB3A2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 dirty="0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8AED59A1-B2E9-0887-56E1-57EDA023A5D7}"/>
                </a:ext>
              </a:extLst>
            </p:cNvPr>
            <p:cNvSpPr/>
            <p:nvPr/>
          </p:nvSpPr>
          <p:spPr>
            <a:xfrm>
              <a:off x="5298982" y="890273"/>
              <a:ext cx="173884" cy="75436"/>
            </a:xfrm>
            <a:custGeom>
              <a:avLst/>
              <a:gdLst>
                <a:gd name="csX0" fmla="*/ 105757 w 173884"/>
                <a:gd name="csY0" fmla="*/ 7055 h 75436"/>
                <a:gd name="csX1" fmla="*/ 74260 w 173884"/>
                <a:gd name="csY1" fmla="*/ 18427 h 75436"/>
                <a:gd name="csX2" fmla="*/ 43908 w 173884"/>
                <a:gd name="csY2" fmla="*/ 24239 h 75436"/>
                <a:gd name="csX3" fmla="*/ 601 w 173884"/>
                <a:gd name="csY3" fmla="*/ 66313 h 75436"/>
                <a:gd name="csX4" fmla="*/ 4029 w 173884"/>
                <a:gd name="csY4" fmla="*/ 71746 h 75436"/>
                <a:gd name="csX5" fmla="*/ 19523 w 173884"/>
                <a:gd name="csY5" fmla="*/ 75410 h 75436"/>
                <a:gd name="csX6" fmla="*/ 80864 w 173884"/>
                <a:gd name="csY6" fmla="*/ 66566 h 75436"/>
                <a:gd name="csX7" fmla="*/ 142206 w 173884"/>
                <a:gd name="csY7" fmla="*/ 58227 h 75436"/>
                <a:gd name="csX8" fmla="*/ 172939 w 173884"/>
                <a:gd name="csY8" fmla="*/ 12488 h 75436"/>
                <a:gd name="csX9" fmla="*/ 105883 w 173884"/>
                <a:gd name="csY9" fmla="*/ 7055 h 75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73884" h="75436">
                  <a:moveTo>
                    <a:pt x="105757" y="7055"/>
                  </a:moveTo>
                  <a:cubicBezTo>
                    <a:pt x="95470" y="11098"/>
                    <a:pt x="85564" y="15647"/>
                    <a:pt x="74260" y="18427"/>
                  </a:cubicBezTo>
                  <a:cubicBezTo>
                    <a:pt x="64354" y="20827"/>
                    <a:pt x="53814" y="21838"/>
                    <a:pt x="43908" y="24239"/>
                  </a:cubicBezTo>
                  <a:cubicBezTo>
                    <a:pt x="15714" y="31062"/>
                    <a:pt x="-3717" y="49888"/>
                    <a:pt x="601" y="66313"/>
                  </a:cubicBezTo>
                  <a:cubicBezTo>
                    <a:pt x="1108" y="68334"/>
                    <a:pt x="1997" y="70230"/>
                    <a:pt x="4029" y="71746"/>
                  </a:cubicBezTo>
                  <a:cubicBezTo>
                    <a:pt x="7458" y="74399"/>
                    <a:pt x="13554" y="75284"/>
                    <a:pt x="19523" y="75410"/>
                  </a:cubicBezTo>
                  <a:cubicBezTo>
                    <a:pt x="40097" y="75915"/>
                    <a:pt x="60164" y="69093"/>
                    <a:pt x="80864" y="66566"/>
                  </a:cubicBezTo>
                  <a:cubicBezTo>
                    <a:pt x="101692" y="64039"/>
                    <a:pt x="124552" y="65681"/>
                    <a:pt x="142206" y="58227"/>
                  </a:cubicBezTo>
                  <a:cubicBezTo>
                    <a:pt x="161890" y="49888"/>
                    <a:pt x="178020" y="25123"/>
                    <a:pt x="172939" y="12488"/>
                  </a:cubicBezTo>
                  <a:cubicBezTo>
                    <a:pt x="165827" y="-5074"/>
                    <a:pt x="127727" y="-1410"/>
                    <a:pt x="105883" y="7055"/>
                  </a:cubicBezTo>
                  <a:close/>
                </a:path>
              </a:pathLst>
            </a:custGeom>
            <a:solidFill>
              <a:srgbClr val="8A8377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FE66AF74-8B49-7C60-6747-F0D97AE12C34}"/>
                </a:ext>
              </a:extLst>
            </p:cNvPr>
            <p:cNvSpPr/>
            <p:nvPr/>
          </p:nvSpPr>
          <p:spPr>
            <a:xfrm>
              <a:off x="5238597" y="759355"/>
              <a:ext cx="689736" cy="572865"/>
            </a:xfrm>
            <a:custGeom>
              <a:avLst/>
              <a:gdLst>
                <a:gd name="csX0" fmla="*/ 689737 w 689736"/>
                <a:gd name="csY0" fmla="*/ 203548 h 572865"/>
                <a:gd name="csX1" fmla="*/ 689737 w 689736"/>
                <a:gd name="csY1" fmla="*/ 0 h 572865"/>
                <a:gd name="csX2" fmla="*/ 0 w 689736"/>
                <a:gd name="csY2" fmla="*/ 263058 h 572865"/>
                <a:gd name="csX3" fmla="*/ 0 w 689736"/>
                <a:gd name="csY3" fmla="*/ 572865 h 572865"/>
                <a:gd name="csX4" fmla="*/ 689737 w 689736"/>
                <a:gd name="csY4" fmla="*/ 215804 h 572865"/>
                <a:gd name="csX5" fmla="*/ 689737 w 689736"/>
                <a:gd name="csY5" fmla="*/ 203548 h 572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89736" h="572865">
                  <a:moveTo>
                    <a:pt x="689737" y="203548"/>
                  </a:moveTo>
                  <a:lnTo>
                    <a:pt x="689737" y="0"/>
                  </a:lnTo>
                  <a:cubicBezTo>
                    <a:pt x="689737" y="0"/>
                    <a:pt x="403860" y="242337"/>
                    <a:pt x="0" y="263058"/>
                  </a:cubicBezTo>
                  <a:lnTo>
                    <a:pt x="0" y="572865"/>
                  </a:lnTo>
                  <a:lnTo>
                    <a:pt x="689737" y="215804"/>
                  </a:lnTo>
                  <a:lnTo>
                    <a:pt x="689737" y="203548"/>
                  </a:lnTo>
                  <a:close/>
                </a:path>
              </a:pathLst>
            </a:custGeom>
            <a:solidFill>
              <a:srgbClr val="948C8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ECCB512F-679E-9BB2-1C65-AEB0BD571B8D}"/>
                </a:ext>
              </a:extLst>
            </p:cNvPr>
            <p:cNvSpPr/>
            <p:nvPr/>
          </p:nvSpPr>
          <p:spPr>
            <a:xfrm>
              <a:off x="5586766" y="809557"/>
              <a:ext cx="148578" cy="76754"/>
            </a:xfrm>
            <a:custGeom>
              <a:avLst/>
              <a:gdLst>
                <a:gd name="csX0" fmla="*/ 10377 w 148578"/>
                <a:gd name="csY0" fmla="*/ 75009 h 76754"/>
                <a:gd name="csX1" fmla="*/ 62447 w 148578"/>
                <a:gd name="csY1" fmla="*/ 69071 h 76754"/>
                <a:gd name="csX2" fmla="*/ 85434 w 148578"/>
                <a:gd name="csY2" fmla="*/ 61869 h 76754"/>
                <a:gd name="csX3" fmla="*/ 104992 w 148578"/>
                <a:gd name="csY3" fmla="*/ 55552 h 76754"/>
                <a:gd name="csX4" fmla="*/ 133186 w 148578"/>
                <a:gd name="csY4" fmla="*/ 44433 h 76754"/>
                <a:gd name="csX5" fmla="*/ 148553 w 148578"/>
                <a:gd name="csY5" fmla="*/ 29018 h 76754"/>
                <a:gd name="csX6" fmla="*/ 143854 w 148578"/>
                <a:gd name="csY6" fmla="*/ 16636 h 76754"/>
                <a:gd name="csX7" fmla="*/ 137631 w 148578"/>
                <a:gd name="csY7" fmla="*/ 1095 h 76754"/>
                <a:gd name="csX8" fmla="*/ 107659 w 148578"/>
                <a:gd name="csY8" fmla="*/ 5391 h 76754"/>
                <a:gd name="csX9" fmla="*/ 81243 w 148578"/>
                <a:gd name="csY9" fmla="*/ 18784 h 76754"/>
                <a:gd name="csX10" fmla="*/ 46953 w 148578"/>
                <a:gd name="csY10" fmla="*/ 30282 h 76754"/>
                <a:gd name="csX11" fmla="*/ 10504 w 148578"/>
                <a:gd name="csY11" fmla="*/ 74883 h 767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8578" h="76754">
                  <a:moveTo>
                    <a:pt x="10377" y="75009"/>
                  </a:moveTo>
                  <a:cubicBezTo>
                    <a:pt x="23204" y="79558"/>
                    <a:pt x="44794" y="74378"/>
                    <a:pt x="62447" y="69071"/>
                  </a:cubicBezTo>
                  <a:cubicBezTo>
                    <a:pt x="70194" y="66670"/>
                    <a:pt x="77814" y="64270"/>
                    <a:pt x="85434" y="61869"/>
                  </a:cubicBezTo>
                  <a:cubicBezTo>
                    <a:pt x="91911" y="59847"/>
                    <a:pt x="98515" y="57699"/>
                    <a:pt x="104992" y="55552"/>
                  </a:cubicBezTo>
                  <a:cubicBezTo>
                    <a:pt x="114898" y="52266"/>
                    <a:pt x="124804" y="48981"/>
                    <a:pt x="133186" y="44433"/>
                  </a:cubicBezTo>
                  <a:cubicBezTo>
                    <a:pt x="141568" y="39884"/>
                    <a:pt x="148045" y="34325"/>
                    <a:pt x="148553" y="29018"/>
                  </a:cubicBezTo>
                  <a:cubicBezTo>
                    <a:pt x="148934" y="24470"/>
                    <a:pt x="144870" y="20932"/>
                    <a:pt x="143854" y="16636"/>
                  </a:cubicBezTo>
                  <a:cubicBezTo>
                    <a:pt x="142457" y="11203"/>
                    <a:pt x="145505" y="4001"/>
                    <a:pt x="137631" y="1095"/>
                  </a:cubicBezTo>
                  <a:cubicBezTo>
                    <a:pt x="130138" y="-1684"/>
                    <a:pt x="116930" y="1222"/>
                    <a:pt x="107659" y="5391"/>
                  </a:cubicBezTo>
                  <a:cubicBezTo>
                    <a:pt x="98388" y="9561"/>
                    <a:pt x="90895" y="14867"/>
                    <a:pt x="81243" y="18784"/>
                  </a:cubicBezTo>
                  <a:cubicBezTo>
                    <a:pt x="70321" y="23206"/>
                    <a:pt x="57367" y="25481"/>
                    <a:pt x="46953" y="30282"/>
                  </a:cubicBezTo>
                  <a:cubicBezTo>
                    <a:pt x="22061" y="41527"/>
                    <a:pt x="-19595" y="64270"/>
                    <a:pt x="10504" y="74883"/>
                  </a:cubicBezTo>
                  <a:close/>
                </a:path>
              </a:pathLst>
            </a:custGeom>
            <a:solidFill>
              <a:srgbClr val="8A8377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1F15904D-B526-3B4A-DC64-824FD6CEAE4E}"/>
                </a:ext>
              </a:extLst>
            </p:cNvPr>
            <p:cNvSpPr/>
            <p:nvPr/>
          </p:nvSpPr>
          <p:spPr>
            <a:xfrm>
              <a:off x="4949277" y="880363"/>
              <a:ext cx="202576" cy="68319"/>
            </a:xfrm>
            <a:custGeom>
              <a:avLst/>
              <a:gdLst>
                <a:gd name="csX0" fmla="*/ 56808 w 202576"/>
                <a:gd name="csY0" fmla="*/ 57902 h 68319"/>
                <a:gd name="csX1" fmla="*/ 117514 w 202576"/>
                <a:gd name="csY1" fmla="*/ 67252 h 68319"/>
                <a:gd name="csX2" fmla="*/ 130341 w 202576"/>
                <a:gd name="csY2" fmla="*/ 68263 h 68319"/>
                <a:gd name="csX3" fmla="*/ 144819 w 202576"/>
                <a:gd name="csY3" fmla="*/ 65862 h 68319"/>
                <a:gd name="csX4" fmla="*/ 169331 w 202576"/>
                <a:gd name="csY4" fmla="*/ 62325 h 68319"/>
                <a:gd name="csX5" fmla="*/ 195112 w 202576"/>
                <a:gd name="csY5" fmla="*/ 49942 h 68319"/>
                <a:gd name="csX6" fmla="*/ 202224 w 202576"/>
                <a:gd name="csY6" fmla="*/ 34907 h 68319"/>
                <a:gd name="csX7" fmla="*/ 201588 w 202576"/>
                <a:gd name="csY7" fmla="*/ 29727 h 68319"/>
                <a:gd name="csX8" fmla="*/ 192571 w 202576"/>
                <a:gd name="csY8" fmla="*/ 25683 h 68319"/>
                <a:gd name="csX9" fmla="*/ 139739 w 202576"/>
                <a:gd name="csY9" fmla="*/ 13301 h 68319"/>
                <a:gd name="csX10" fmla="*/ 133897 w 202576"/>
                <a:gd name="csY10" fmla="*/ 6731 h 68319"/>
                <a:gd name="csX11" fmla="*/ 18074 w 202576"/>
                <a:gd name="csY11" fmla="*/ 14691 h 68319"/>
                <a:gd name="csX12" fmla="*/ 56935 w 202576"/>
                <a:gd name="csY12" fmla="*/ 58155 h 68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02576" h="68319">
                  <a:moveTo>
                    <a:pt x="56808" y="57902"/>
                  </a:moveTo>
                  <a:cubicBezTo>
                    <a:pt x="77001" y="61061"/>
                    <a:pt x="97321" y="64093"/>
                    <a:pt x="117514" y="67252"/>
                  </a:cubicBezTo>
                  <a:cubicBezTo>
                    <a:pt x="121451" y="67884"/>
                    <a:pt x="125643" y="68516"/>
                    <a:pt x="130341" y="68263"/>
                  </a:cubicBezTo>
                  <a:cubicBezTo>
                    <a:pt x="135294" y="68010"/>
                    <a:pt x="139994" y="66747"/>
                    <a:pt x="144819" y="65862"/>
                  </a:cubicBezTo>
                  <a:cubicBezTo>
                    <a:pt x="152820" y="64346"/>
                    <a:pt x="161457" y="63841"/>
                    <a:pt x="169331" y="62325"/>
                  </a:cubicBezTo>
                  <a:cubicBezTo>
                    <a:pt x="181395" y="59798"/>
                    <a:pt x="190285" y="54996"/>
                    <a:pt x="195112" y="49942"/>
                  </a:cubicBezTo>
                  <a:cubicBezTo>
                    <a:pt x="199938" y="44888"/>
                    <a:pt x="201081" y="39834"/>
                    <a:pt x="202224" y="34907"/>
                  </a:cubicBezTo>
                  <a:cubicBezTo>
                    <a:pt x="202604" y="33138"/>
                    <a:pt x="202985" y="31243"/>
                    <a:pt x="201588" y="29727"/>
                  </a:cubicBezTo>
                  <a:cubicBezTo>
                    <a:pt x="200064" y="27958"/>
                    <a:pt x="196382" y="26694"/>
                    <a:pt x="192571" y="25683"/>
                  </a:cubicBezTo>
                  <a:cubicBezTo>
                    <a:pt x="175045" y="21261"/>
                    <a:pt x="148883" y="20756"/>
                    <a:pt x="139739" y="13301"/>
                  </a:cubicBezTo>
                  <a:cubicBezTo>
                    <a:pt x="137200" y="11280"/>
                    <a:pt x="136310" y="8753"/>
                    <a:pt x="133897" y="6731"/>
                  </a:cubicBezTo>
                  <a:cubicBezTo>
                    <a:pt x="117388" y="-7167"/>
                    <a:pt x="42965" y="2941"/>
                    <a:pt x="18074" y="14691"/>
                  </a:cubicBezTo>
                  <a:cubicBezTo>
                    <a:pt x="-24853" y="34907"/>
                    <a:pt x="17057" y="51964"/>
                    <a:pt x="56935" y="58155"/>
                  </a:cubicBezTo>
                  <a:close/>
                </a:path>
              </a:pathLst>
            </a:custGeom>
            <a:solidFill>
              <a:srgbClr val="8A8377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C6BF9ED7-9510-2822-4465-221615B209CE}"/>
                </a:ext>
              </a:extLst>
            </p:cNvPr>
            <p:cNvSpPr/>
            <p:nvPr/>
          </p:nvSpPr>
          <p:spPr>
            <a:xfrm>
              <a:off x="4556505" y="436282"/>
              <a:ext cx="608838" cy="416192"/>
            </a:xfrm>
            <a:custGeom>
              <a:avLst/>
              <a:gdLst>
                <a:gd name="csX0" fmla="*/ 537083 w 608838"/>
                <a:gd name="csY0" fmla="*/ 31334 h 416192"/>
                <a:gd name="csX1" fmla="*/ 289052 w 608838"/>
                <a:gd name="csY1" fmla="*/ 193693 h 416192"/>
                <a:gd name="csX2" fmla="*/ 181102 w 608838"/>
                <a:gd name="csY2" fmla="*/ 220731 h 416192"/>
                <a:gd name="csX3" fmla="*/ 152146 w 608838"/>
                <a:gd name="csY3" fmla="*/ 221237 h 416192"/>
                <a:gd name="csX4" fmla="*/ 152146 w 608838"/>
                <a:gd name="csY4" fmla="*/ 221237 h 416192"/>
                <a:gd name="csX5" fmla="*/ 152146 w 608838"/>
                <a:gd name="csY5" fmla="*/ 221237 h 416192"/>
                <a:gd name="csX6" fmla="*/ 105283 w 608838"/>
                <a:gd name="csY6" fmla="*/ 231724 h 416192"/>
                <a:gd name="csX7" fmla="*/ 0 w 608838"/>
                <a:gd name="csY7" fmla="*/ 352892 h 416192"/>
                <a:gd name="csX8" fmla="*/ 55499 w 608838"/>
                <a:gd name="csY8" fmla="*/ 416193 h 416192"/>
                <a:gd name="csX9" fmla="*/ 78359 w 608838"/>
                <a:gd name="csY9" fmla="*/ 404821 h 416192"/>
                <a:gd name="csX10" fmla="*/ 121158 w 608838"/>
                <a:gd name="csY10" fmla="*/ 352892 h 416192"/>
                <a:gd name="csX11" fmla="*/ 220853 w 608838"/>
                <a:gd name="csY11" fmla="*/ 275819 h 416192"/>
                <a:gd name="csX12" fmla="*/ 608838 w 608838"/>
                <a:gd name="csY12" fmla="*/ 0 h 416192"/>
                <a:gd name="csX13" fmla="*/ 537083 w 608838"/>
                <a:gd name="csY13" fmla="*/ 31334 h 416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08838" h="416192">
                  <a:moveTo>
                    <a:pt x="537083" y="31334"/>
                  </a:moveTo>
                  <a:cubicBezTo>
                    <a:pt x="498221" y="73914"/>
                    <a:pt x="358902" y="165138"/>
                    <a:pt x="289052" y="193693"/>
                  </a:cubicBezTo>
                  <a:cubicBezTo>
                    <a:pt x="243205" y="212519"/>
                    <a:pt x="205232" y="218836"/>
                    <a:pt x="181102" y="220731"/>
                  </a:cubicBezTo>
                  <a:cubicBezTo>
                    <a:pt x="172466" y="219973"/>
                    <a:pt x="162814" y="220099"/>
                    <a:pt x="152146" y="221237"/>
                  </a:cubicBezTo>
                  <a:lnTo>
                    <a:pt x="152146" y="221237"/>
                  </a:lnTo>
                  <a:cubicBezTo>
                    <a:pt x="152146" y="221237"/>
                    <a:pt x="152146" y="221237"/>
                    <a:pt x="152146" y="221237"/>
                  </a:cubicBezTo>
                  <a:cubicBezTo>
                    <a:pt x="138049" y="222753"/>
                    <a:pt x="122428" y="226164"/>
                    <a:pt x="105283" y="231724"/>
                  </a:cubicBezTo>
                  <a:cubicBezTo>
                    <a:pt x="51181" y="249286"/>
                    <a:pt x="0" y="352892"/>
                    <a:pt x="0" y="352892"/>
                  </a:cubicBezTo>
                  <a:cubicBezTo>
                    <a:pt x="12827" y="385995"/>
                    <a:pt x="55499" y="416193"/>
                    <a:pt x="55499" y="416193"/>
                  </a:cubicBezTo>
                  <a:cubicBezTo>
                    <a:pt x="55499" y="416193"/>
                    <a:pt x="68326" y="411897"/>
                    <a:pt x="78359" y="404821"/>
                  </a:cubicBezTo>
                  <a:cubicBezTo>
                    <a:pt x="88392" y="397746"/>
                    <a:pt x="95504" y="376519"/>
                    <a:pt x="121158" y="352892"/>
                  </a:cubicBezTo>
                  <a:cubicBezTo>
                    <a:pt x="146812" y="329265"/>
                    <a:pt x="193802" y="317009"/>
                    <a:pt x="220853" y="275819"/>
                  </a:cubicBezTo>
                  <a:cubicBezTo>
                    <a:pt x="344297" y="220226"/>
                    <a:pt x="608838" y="0"/>
                    <a:pt x="608838" y="0"/>
                  </a:cubicBezTo>
                  <a:cubicBezTo>
                    <a:pt x="578358" y="3159"/>
                    <a:pt x="537083" y="31334"/>
                    <a:pt x="537083" y="31334"/>
                  </a:cubicBezTo>
                  <a:close/>
                </a:path>
              </a:pathLst>
            </a:custGeom>
            <a:solidFill>
              <a:srgbClr val="BDB3A2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BAA7275E-2BDE-5F72-B6C9-482834BC9DC6}"/>
                </a:ext>
              </a:extLst>
            </p:cNvPr>
            <p:cNvSpPr/>
            <p:nvPr/>
          </p:nvSpPr>
          <p:spPr>
            <a:xfrm>
              <a:off x="4606172" y="756336"/>
              <a:ext cx="164947" cy="83071"/>
            </a:xfrm>
            <a:custGeom>
              <a:avLst/>
              <a:gdLst>
                <a:gd name="csX0" fmla="*/ 19675 w 164947"/>
                <a:gd name="csY0" fmla="*/ 72132 h 83071"/>
                <a:gd name="csX1" fmla="*/ 38344 w 164947"/>
                <a:gd name="csY1" fmla="*/ 76175 h 83071"/>
                <a:gd name="csX2" fmla="*/ 84826 w 164947"/>
                <a:gd name="csY2" fmla="*/ 81482 h 83071"/>
                <a:gd name="csX3" fmla="*/ 122926 w 164947"/>
                <a:gd name="csY3" fmla="*/ 80850 h 83071"/>
                <a:gd name="csX4" fmla="*/ 159502 w 164947"/>
                <a:gd name="csY4" fmla="*/ 56970 h 83071"/>
                <a:gd name="csX5" fmla="*/ 164836 w 164947"/>
                <a:gd name="csY5" fmla="*/ 49516 h 83071"/>
                <a:gd name="csX6" fmla="*/ 160391 w 164947"/>
                <a:gd name="csY6" fmla="*/ 39913 h 83071"/>
                <a:gd name="csX7" fmla="*/ 113528 w 164947"/>
                <a:gd name="csY7" fmla="*/ 29679 h 83071"/>
                <a:gd name="csX8" fmla="*/ 95494 w 164947"/>
                <a:gd name="csY8" fmla="*/ 11737 h 83071"/>
                <a:gd name="csX9" fmla="*/ 14341 w 164947"/>
                <a:gd name="csY9" fmla="*/ 14770 h 83071"/>
                <a:gd name="csX10" fmla="*/ 19675 w 164947"/>
                <a:gd name="csY10" fmla="*/ 72132 h 83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64947" h="83071">
                  <a:moveTo>
                    <a:pt x="19675" y="72132"/>
                  </a:moveTo>
                  <a:cubicBezTo>
                    <a:pt x="25517" y="74659"/>
                    <a:pt x="31994" y="75417"/>
                    <a:pt x="38344" y="76175"/>
                  </a:cubicBezTo>
                  <a:cubicBezTo>
                    <a:pt x="53838" y="77944"/>
                    <a:pt x="69332" y="79713"/>
                    <a:pt x="84826" y="81482"/>
                  </a:cubicBezTo>
                  <a:cubicBezTo>
                    <a:pt x="97526" y="82998"/>
                    <a:pt x="110734" y="84388"/>
                    <a:pt x="122926" y="80850"/>
                  </a:cubicBezTo>
                  <a:cubicBezTo>
                    <a:pt x="137023" y="76807"/>
                    <a:pt x="148580" y="66699"/>
                    <a:pt x="159502" y="56970"/>
                  </a:cubicBezTo>
                  <a:cubicBezTo>
                    <a:pt x="161788" y="54822"/>
                    <a:pt x="164201" y="52548"/>
                    <a:pt x="164836" y="49516"/>
                  </a:cubicBezTo>
                  <a:cubicBezTo>
                    <a:pt x="165471" y="45851"/>
                    <a:pt x="163312" y="42314"/>
                    <a:pt x="160391" y="39913"/>
                  </a:cubicBezTo>
                  <a:cubicBezTo>
                    <a:pt x="147945" y="29553"/>
                    <a:pt x="127752" y="37639"/>
                    <a:pt x="113528" y="29679"/>
                  </a:cubicBezTo>
                  <a:cubicBezTo>
                    <a:pt x="106035" y="25509"/>
                    <a:pt x="101717" y="17549"/>
                    <a:pt x="95494" y="11737"/>
                  </a:cubicBezTo>
                  <a:cubicBezTo>
                    <a:pt x="74412" y="-7973"/>
                    <a:pt x="36312" y="-13"/>
                    <a:pt x="14341" y="14770"/>
                  </a:cubicBezTo>
                  <a:cubicBezTo>
                    <a:pt x="-6360" y="28794"/>
                    <a:pt x="-4709" y="61519"/>
                    <a:pt x="19675" y="72132"/>
                  </a:cubicBezTo>
                  <a:close/>
                </a:path>
              </a:pathLst>
            </a:custGeom>
            <a:solidFill>
              <a:srgbClr val="8A8377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B3B38501-4416-4342-8A96-F29CDCE01AB4}"/>
                </a:ext>
              </a:extLst>
            </p:cNvPr>
            <p:cNvSpPr/>
            <p:nvPr/>
          </p:nvSpPr>
          <p:spPr>
            <a:xfrm>
              <a:off x="5639259" y="556313"/>
              <a:ext cx="111554" cy="104330"/>
            </a:xfrm>
            <a:custGeom>
              <a:avLst/>
              <a:gdLst>
                <a:gd name="csX0" fmla="*/ 7415 w 111554"/>
                <a:gd name="csY0" fmla="*/ 126 h 104330"/>
                <a:gd name="csX1" fmla="*/ 12749 w 111554"/>
                <a:gd name="csY1" fmla="*/ 60016 h 104330"/>
                <a:gd name="csX2" fmla="*/ 79551 w 111554"/>
                <a:gd name="csY2" fmla="*/ 102848 h 104330"/>
                <a:gd name="csX3" fmla="*/ 111555 w 111554"/>
                <a:gd name="csY3" fmla="*/ 101963 h 104330"/>
                <a:gd name="csX4" fmla="*/ 7415 w 111554"/>
                <a:gd name="csY4" fmla="*/ 0 h 104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1554" h="104330">
                  <a:moveTo>
                    <a:pt x="7415" y="126"/>
                  </a:moveTo>
                  <a:cubicBezTo>
                    <a:pt x="7415" y="126"/>
                    <a:pt x="-12397" y="34114"/>
                    <a:pt x="12749" y="60016"/>
                  </a:cubicBezTo>
                  <a:cubicBezTo>
                    <a:pt x="38022" y="86043"/>
                    <a:pt x="55167" y="98047"/>
                    <a:pt x="79551" y="102848"/>
                  </a:cubicBezTo>
                  <a:cubicBezTo>
                    <a:pt x="98601" y="106638"/>
                    <a:pt x="111555" y="101963"/>
                    <a:pt x="111555" y="101963"/>
                  </a:cubicBezTo>
                  <a:cubicBezTo>
                    <a:pt x="111555" y="101963"/>
                    <a:pt x="41578" y="47002"/>
                    <a:pt x="7415" y="0"/>
                  </a:cubicBezTo>
                  <a:close/>
                </a:path>
              </a:pathLst>
            </a:custGeom>
            <a:solidFill>
              <a:srgbClr val="BDB3A2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F8A8E8F9-31A4-6551-2ECF-87A2E08134B9}"/>
                </a:ext>
              </a:extLst>
            </p:cNvPr>
            <p:cNvSpPr/>
            <p:nvPr/>
          </p:nvSpPr>
          <p:spPr>
            <a:xfrm>
              <a:off x="4608406" y="757492"/>
              <a:ext cx="91823" cy="75556"/>
            </a:xfrm>
            <a:custGeom>
              <a:avLst/>
              <a:gdLst>
                <a:gd name="csX0" fmla="*/ 53510 w 91823"/>
                <a:gd name="csY0" fmla="*/ 221 h 75556"/>
                <a:gd name="csX1" fmla="*/ 85768 w 91823"/>
                <a:gd name="csY1" fmla="*/ 7802 h 75556"/>
                <a:gd name="csX2" fmla="*/ 91610 w 91823"/>
                <a:gd name="csY2" fmla="*/ 15888 h 75556"/>
                <a:gd name="csX3" fmla="*/ 20744 w 91823"/>
                <a:gd name="csY3" fmla="*/ 36736 h 75556"/>
                <a:gd name="csX4" fmla="*/ 60240 w 91823"/>
                <a:gd name="csY4" fmla="*/ 75398 h 75556"/>
                <a:gd name="csX5" fmla="*/ 53637 w 91823"/>
                <a:gd name="csY5" fmla="*/ 95 h 755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1823" h="75556">
                  <a:moveTo>
                    <a:pt x="53510" y="221"/>
                  </a:moveTo>
                  <a:cubicBezTo>
                    <a:pt x="64940" y="-537"/>
                    <a:pt x="76624" y="347"/>
                    <a:pt x="85768" y="7802"/>
                  </a:cubicBezTo>
                  <a:cubicBezTo>
                    <a:pt x="88181" y="9823"/>
                    <a:pt x="92880" y="12350"/>
                    <a:pt x="91610" y="15888"/>
                  </a:cubicBezTo>
                  <a:cubicBezTo>
                    <a:pt x="90467" y="18921"/>
                    <a:pt x="51097" y="5275"/>
                    <a:pt x="20744" y="36736"/>
                  </a:cubicBezTo>
                  <a:cubicBezTo>
                    <a:pt x="-5545" y="64027"/>
                    <a:pt x="52367" y="71482"/>
                    <a:pt x="60240" y="75398"/>
                  </a:cubicBezTo>
                  <a:cubicBezTo>
                    <a:pt x="-29167" y="79442"/>
                    <a:pt x="-8466" y="4517"/>
                    <a:pt x="53637" y="95"/>
                  </a:cubicBezTo>
                  <a:close/>
                </a:path>
              </a:pathLst>
            </a:custGeom>
            <a:solidFill>
              <a:srgbClr val="7D766B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8A106D1-A229-F7B0-6BD9-1BBB74034486}"/>
                </a:ext>
              </a:extLst>
            </p:cNvPr>
            <p:cNvSpPr/>
            <p:nvPr/>
          </p:nvSpPr>
          <p:spPr>
            <a:xfrm>
              <a:off x="4951048" y="881912"/>
              <a:ext cx="118016" cy="48266"/>
            </a:xfrm>
            <a:custGeom>
              <a:avLst/>
              <a:gdLst>
                <a:gd name="csX0" fmla="*/ 28240 w 118016"/>
                <a:gd name="csY0" fmla="*/ 45361 h 48266"/>
                <a:gd name="csX1" fmla="*/ 5761 w 118016"/>
                <a:gd name="csY1" fmla="*/ 19459 h 48266"/>
                <a:gd name="csX2" fmla="*/ 115489 w 118016"/>
                <a:gd name="csY2" fmla="*/ 2781 h 48266"/>
                <a:gd name="csX3" fmla="*/ 45766 w 118016"/>
                <a:gd name="csY3" fmla="*/ 48267 h 48266"/>
                <a:gd name="csX4" fmla="*/ 28240 w 118016"/>
                <a:gd name="csY4" fmla="*/ 45361 h 482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8016" h="48266">
                  <a:moveTo>
                    <a:pt x="28240" y="45361"/>
                  </a:moveTo>
                  <a:cubicBezTo>
                    <a:pt x="28240" y="45361"/>
                    <a:pt x="-15321" y="33863"/>
                    <a:pt x="5761" y="19459"/>
                  </a:cubicBezTo>
                  <a:cubicBezTo>
                    <a:pt x="26843" y="5055"/>
                    <a:pt x="91994" y="-5179"/>
                    <a:pt x="115489" y="2781"/>
                  </a:cubicBezTo>
                  <a:cubicBezTo>
                    <a:pt x="138984" y="10741"/>
                    <a:pt x="-10495" y="25019"/>
                    <a:pt x="45766" y="48267"/>
                  </a:cubicBezTo>
                  <a:lnTo>
                    <a:pt x="28240" y="45361"/>
                  </a:lnTo>
                  <a:close/>
                </a:path>
              </a:pathLst>
            </a:custGeom>
            <a:solidFill>
              <a:srgbClr val="7D766B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D0C7E643-3801-D104-FB38-144CD4CFDF4D}"/>
                </a:ext>
              </a:extLst>
            </p:cNvPr>
            <p:cNvSpPr/>
            <p:nvPr/>
          </p:nvSpPr>
          <p:spPr>
            <a:xfrm>
              <a:off x="5299047" y="892026"/>
              <a:ext cx="169134" cy="73510"/>
            </a:xfrm>
            <a:custGeom>
              <a:avLst/>
              <a:gdLst>
                <a:gd name="csX0" fmla="*/ 43080 w 169134"/>
                <a:gd name="csY0" fmla="*/ 24254 h 73510"/>
                <a:gd name="csX1" fmla="*/ 81053 w 169134"/>
                <a:gd name="csY1" fmla="*/ 16421 h 73510"/>
                <a:gd name="csX2" fmla="*/ 168810 w 169134"/>
                <a:gd name="csY2" fmla="*/ 21854 h 73510"/>
                <a:gd name="csX3" fmla="*/ 137060 w 169134"/>
                <a:gd name="csY3" fmla="*/ 13894 h 73510"/>
                <a:gd name="csX4" fmla="*/ 104802 w 169134"/>
                <a:gd name="csY4" fmla="*/ 17305 h 73510"/>
                <a:gd name="csX5" fmla="*/ 90070 w 169134"/>
                <a:gd name="csY5" fmla="*/ 24633 h 73510"/>
                <a:gd name="csX6" fmla="*/ 63273 w 169134"/>
                <a:gd name="csY6" fmla="*/ 31709 h 73510"/>
                <a:gd name="csX7" fmla="*/ 38254 w 169134"/>
                <a:gd name="csY7" fmla="*/ 43080 h 73510"/>
                <a:gd name="csX8" fmla="*/ 33047 w 169134"/>
                <a:gd name="csY8" fmla="*/ 52430 h 73510"/>
                <a:gd name="csX9" fmla="*/ 36984 w 169134"/>
                <a:gd name="csY9" fmla="*/ 61527 h 73510"/>
                <a:gd name="csX10" fmla="*/ 48287 w 169134"/>
                <a:gd name="csY10" fmla="*/ 70119 h 73510"/>
                <a:gd name="csX11" fmla="*/ 34571 w 169134"/>
                <a:gd name="csY11" fmla="*/ 71888 h 73510"/>
                <a:gd name="csX12" fmla="*/ 43207 w 169134"/>
                <a:gd name="csY12" fmla="*/ 24381 h 73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69134" h="73510">
                  <a:moveTo>
                    <a:pt x="43080" y="24254"/>
                  </a:moveTo>
                  <a:cubicBezTo>
                    <a:pt x="53240" y="23875"/>
                    <a:pt x="71655" y="20085"/>
                    <a:pt x="81053" y="16421"/>
                  </a:cubicBezTo>
                  <a:cubicBezTo>
                    <a:pt x="174525" y="-20094"/>
                    <a:pt x="169699" y="14652"/>
                    <a:pt x="168810" y="21854"/>
                  </a:cubicBezTo>
                  <a:cubicBezTo>
                    <a:pt x="158396" y="18569"/>
                    <a:pt x="147982" y="15283"/>
                    <a:pt x="137060" y="13894"/>
                  </a:cubicBezTo>
                  <a:cubicBezTo>
                    <a:pt x="126138" y="12504"/>
                    <a:pt x="114962" y="13009"/>
                    <a:pt x="104802" y="17305"/>
                  </a:cubicBezTo>
                  <a:cubicBezTo>
                    <a:pt x="99722" y="19453"/>
                    <a:pt x="95023" y="22485"/>
                    <a:pt x="90070" y="24633"/>
                  </a:cubicBezTo>
                  <a:cubicBezTo>
                    <a:pt x="81561" y="28297"/>
                    <a:pt x="72290" y="29687"/>
                    <a:pt x="63273" y="31709"/>
                  </a:cubicBezTo>
                  <a:cubicBezTo>
                    <a:pt x="54256" y="33730"/>
                    <a:pt x="44985" y="36763"/>
                    <a:pt x="38254" y="43080"/>
                  </a:cubicBezTo>
                  <a:cubicBezTo>
                    <a:pt x="35587" y="45607"/>
                    <a:pt x="33301" y="48766"/>
                    <a:pt x="33047" y="52430"/>
                  </a:cubicBezTo>
                  <a:cubicBezTo>
                    <a:pt x="32920" y="55841"/>
                    <a:pt x="34571" y="59126"/>
                    <a:pt x="36984" y="61527"/>
                  </a:cubicBezTo>
                  <a:cubicBezTo>
                    <a:pt x="39397" y="63928"/>
                    <a:pt x="45239" y="68476"/>
                    <a:pt x="48287" y="70119"/>
                  </a:cubicBezTo>
                  <a:cubicBezTo>
                    <a:pt x="44731" y="70624"/>
                    <a:pt x="38000" y="71256"/>
                    <a:pt x="34571" y="71888"/>
                  </a:cubicBezTo>
                  <a:cubicBezTo>
                    <a:pt x="-33247" y="83891"/>
                    <a:pt x="14759" y="25391"/>
                    <a:pt x="43207" y="24381"/>
                  </a:cubicBezTo>
                  <a:close/>
                </a:path>
              </a:pathLst>
            </a:custGeom>
            <a:solidFill>
              <a:srgbClr val="7D766B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57899FB2-206D-3444-DAC9-D30615660C32}"/>
                </a:ext>
              </a:extLst>
            </p:cNvPr>
            <p:cNvSpPr/>
            <p:nvPr/>
          </p:nvSpPr>
          <p:spPr>
            <a:xfrm>
              <a:off x="5588582" y="811136"/>
              <a:ext cx="138863" cy="73635"/>
            </a:xfrm>
            <a:custGeom>
              <a:avLst/>
              <a:gdLst>
                <a:gd name="csX0" fmla="*/ 815 w 138863"/>
                <a:gd name="csY0" fmla="*/ 59785 h 73635"/>
                <a:gd name="csX1" fmla="*/ 55679 w 138863"/>
                <a:gd name="csY1" fmla="*/ 26682 h 73635"/>
                <a:gd name="csX2" fmla="*/ 95557 w 138863"/>
                <a:gd name="csY2" fmla="*/ 10888 h 73635"/>
                <a:gd name="csX3" fmla="*/ 121973 w 138863"/>
                <a:gd name="csY3" fmla="*/ 528 h 73635"/>
                <a:gd name="csX4" fmla="*/ 138864 w 138863"/>
                <a:gd name="csY4" fmla="*/ 4950 h 73635"/>
                <a:gd name="csX5" fmla="*/ 138864 w 138863"/>
                <a:gd name="csY5" fmla="*/ 11899 h 73635"/>
                <a:gd name="csX6" fmla="*/ 30152 w 138863"/>
                <a:gd name="csY6" fmla="*/ 48793 h 73635"/>
                <a:gd name="csX7" fmla="*/ 28120 w 138863"/>
                <a:gd name="csY7" fmla="*/ 73304 h 73635"/>
                <a:gd name="csX8" fmla="*/ 942 w 138863"/>
                <a:gd name="csY8" fmla="*/ 59911 h 736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8863" h="73635">
                  <a:moveTo>
                    <a:pt x="815" y="59785"/>
                  </a:moveTo>
                  <a:cubicBezTo>
                    <a:pt x="815" y="59785"/>
                    <a:pt x="10340" y="42223"/>
                    <a:pt x="55679" y="26682"/>
                  </a:cubicBezTo>
                  <a:cubicBezTo>
                    <a:pt x="55679" y="26682"/>
                    <a:pt x="84635" y="18343"/>
                    <a:pt x="95557" y="10888"/>
                  </a:cubicBezTo>
                  <a:cubicBezTo>
                    <a:pt x="95557" y="10888"/>
                    <a:pt x="108130" y="1412"/>
                    <a:pt x="121973" y="528"/>
                  </a:cubicBezTo>
                  <a:cubicBezTo>
                    <a:pt x="121973" y="528"/>
                    <a:pt x="136070" y="-2252"/>
                    <a:pt x="138864" y="4950"/>
                  </a:cubicBezTo>
                  <a:cubicBezTo>
                    <a:pt x="138864" y="4950"/>
                    <a:pt x="137848" y="9119"/>
                    <a:pt x="138864" y="11899"/>
                  </a:cubicBezTo>
                  <a:cubicBezTo>
                    <a:pt x="138864" y="11899"/>
                    <a:pt x="38407" y="36916"/>
                    <a:pt x="30152" y="48793"/>
                  </a:cubicBezTo>
                  <a:cubicBezTo>
                    <a:pt x="30152" y="48793"/>
                    <a:pt x="11737" y="68124"/>
                    <a:pt x="28120" y="73304"/>
                  </a:cubicBezTo>
                  <a:cubicBezTo>
                    <a:pt x="28120" y="73304"/>
                    <a:pt x="-6043" y="76969"/>
                    <a:pt x="942" y="59911"/>
                  </a:cubicBezTo>
                  <a:close/>
                </a:path>
              </a:pathLst>
            </a:custGeom>
            <a:solidFill>
              <a:srgbClr val="7D766B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24162DB1-FB75-5046-51DD-E2A121AD3DA4}"/>
                </a:ext>
              </a:extLst>
            </p:cNvPr>
            <p:cNvSpPr/>
            <p:nvPr/>
          </p:nvSpPr>
          <p:spPr>
            <a:xfrm>
              <a:off x="4550917" y="396906"/>
              <a:ext cx="1378203" cy="935314"/>
            </a:xfrm>
            <a:custGeom>
              <a:avLst/>
              <a:gdLst>
                <a:gd name="csX0" fmla="*/ 1377950 w 1378203"/>
                <a:gd name="csY0" fmla="*/ 354616 h 935314"/>
                <a:gd name="csX1" fmla="*/ 1091438 w 1378203"/>
                <a:gd name="csY1" fmla="*/ 143613 h 935314"/>
                <a:gd name="csX2" fmla="*/ 933958 w 1378203"/>
                <a:gd name="csY2" fmla="*/ 85872 h 935314"/>
                <a:gd name="csX3" fmla="*/ 847090 w 1378203"/>
                <a:gd name="csY3" fmla="*/ 64266 h 935314"/>
                <a:gd name="csX4" fmla="*/ 682371 w 1378203"/>
                <a:gd name="csY4" fmla="*/ 7157 h 935314"/>
                <a:gd name="csX5" fmla="*/ 517144 w 1378203"/>
                <a:gd name="csY5" fmla="*/ 85872 h 935314"/>
                <a:gd name="csX6" fmla="*/ 171450 w 1378203"/>
                <a:gd name="csY6" fmla="*/ 254674 h 935314"/>
                <a:gd name="csX7" fmla="*/ 0 w 1378203"/>
                <a:gd name="csY7" fmla="*/ 387719 h 935314"/>
                <a:gd name="csX8" fmla="*/ 0 w 1378203"/>
                <a:gd name="csY8" fmla="*/ 578253 h 935314"/>
                <a:gd name="csX9" fmla="*/ 688467 w 1378203"/>
                <a:gd name="csY9" fmla="*/ 935314 h 935314"/>
                <a:gd name="csX10" fmla="*/ 1378204 w 1378203"/>
                <a:gd name="csY10" fmla="*/ 578253 h 935314"/>
                <a:gd name="csX11" fmla="*/ 1378204 w 1378203"/>
                <a:gd name="csY11" fmla="*/ 354616 h 935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378203" h="935314">
                  <a:moveTo>
                    <a:pt x="1377950" y="354616"/>
                  </a:moveTo>
                  <a:cubicBezTo>
                    <a:pt x="1207008" y="277164"/>
                    <a:pt x="1162812" y="224097"/>
                    <a:pt x="1091438" y="143613"/>
                  </a:cubicBezTo>
                  <a:cubicBezTo>
                    <a:pt x="1051560" y="98633"/>
                    <a:pt x="987298" y="116196"/>
                    <a:pt x="933958" y="85872"/>
                  </a:cubicBezTo>
                  <a:cubicBezTo>
                    <a:pt x="880618" y="55548"/>
                    <a:pt x="899541" y="90168"/>
                    <a:pt x="847090" y="64266"/>
                  </a:cubicBezTo>
                  <a:cubicBezTo>
                    <a:pt x="730758" y="6778"/>
                    <a:pt x="766318" y="-11796"/>
                    <a:pt x="682371" y="7157"/>
                  </a:cubicBezTo>
                  <a:cubicBezTo>
                    <a:pt x="598424" y="26109"/>
                    <a:pt x="568452" y="43798"/>
                    <a:pt x="517144" y="85872"/>
                  </a:cubicBezTo>
                  <a:cubicBezTo>
                    <a:pt x="445516" y="144750"/>
                    <a:pt x="281940" y="262255"/>
                    <a:pt x="171450" y="254674"/>
                  </a:cubicBezTo>
                  <a:cubicBezTo>
                    <a:pt x="60833" y="247093"/>
                    <a:pt x="0" y="387719"/>
                    <a:pt x="0" y="387719"/>
                  </a:cubicBezTo>
                  <a:lnTo>
                    <a:pt x="0" y="578253"/>
                  </a:lnTo>
                  <a:lnTo>
                    <a:pt x="688467" y="935314"/>
                  </a:lnTo>
                  <a:lnTo>
                    <a:pt x="1378204" y="578253"/>
                  </a:lnTo>
                  <a:lnTo>
                    <a:pt x="1378204" y="354616"/>
                  </a:lnTo>
                  <a:close/>
                </a:path>
              </a:pathLst>
            </a:custGeom>
            <a:noFill/>
            <a:ln w="12700" cap="flat">
              <a:solidFill>
                <a:srgbClr val="7D766B"/>
              </a:solidFill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</p:grpSp>
      <p:grpSp>
        <p:nvGrpSpPr>
          <p:cNvPr id="82" name="Graphic 147">
            <a:extLst>
              <a:ext uri="{FF2B5EF4-FFF2-40B4-BE49-F238E27FC236}">
                <a16:creationId xmlns:a16="http://schemas.microsoft.com/office/drawing/2014/main" id="{6960E6E3-CBD5-EE90-EAE8-C63A065BE8F9}"/>
              </a:ext>
            </a:extLst>
          </p:cNvPr>
          <p:cNvGrpSpPr/>
          <p:nvPr/>
        </p:nvGrpSpPr>
        <p:grpSpPr>
          <a:xfrm>
            <a:off x="34170329" y="8103903"/>
            <a:ext cx="777987" cy="773993"/>
            <a:chOff x="5581904" y="732064"/>
            <a:chExt cx="127000" cy="126348"/>
          </a:xfrm>
          <a:blipFill dpi="0"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9479"/>
                      </a14:imgEffect>
                      <a14:imgEffect>
                        <a14:saturation sat="18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effectLst/>
          <a:scene3d>
            <a:camera prst="orthographicFront"/>
            <a:lightRig rig="twoPt" dir="t">
              <a:rot lat="0" lon="0" rev="6000000"/>
            </a:lightRig>
          </a:scene3d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0E78D59-1B89-665C-1309-ACCB502BE036}"/>
                </a:ext>
              </a:extLst>
            </p:cNvPr>
            <p:cNvSpPr/>
            <p:nvPr/>
          </p:nvSpPr>
          <p:spPr>
            <a:xfrm>
              <a:off x="5581904" y="732064"/>
              <a:ext cx="127000" cy="126348"/>
            </a:xfrm>
            <a:prstGeom prst="ellipse">
              <a:avLst/>
            </a:prstGeom>
            <a:grpFill/>
            <a:ln w="6350" cap="flat">
              <a:solidFill>
                <a:srgbClr val="886C38"/>
              </a:solidFill>
              <a:prstDash val="solid"/>
              <a:miter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  <a:sp3d prstMaterial="matte"/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7735EADE-163F-D451-CF4D-6699715B60DA}"/>
                </a:ext>
              </a:extLst>
            </p:cNvPr>
            <p:cNvSpPr/>
            <p:nvPr/>
          </p:nvSpPr>
          <p:spPr>
            <a:xfrm>
              <a:off x="5630164" y="743941"/>
              <a:ext cx="74245" cy="108842"/>
            </a:xfrm>
            <a:custGeom>
              <a:avLst/>
              <a:gdLst>
                <a:gd name="csX0" fmla="*/ 127 w 74245"/>
                <a:gd name="csY0" fmla="*/ 107396 h 108842"/>
                <a:gd name="csX1" fmla="*/ 72898 w 74245"/>
                <a:gd name="csY1" fmla="*/ 60521 h 108842"/>
                <a:gd name="csX2" fmla="*/ 44831 w 74245"/>
                <a:gd name="csY2" fmla="*/ 0 h 108842"/>
                <a:gd name="csX3" fmla="*/ 0 w 74245"/>
                <a:gd name="csY3" fmla="*/ 107396 h 108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245" h="108842">
                  <a:moveTo>
                    <a:pt x="127" y="107396"/>
                  </a:moveTo>
                  <a:cubicBezTo>
                    <a:pt x="127" y="107396"/>
                    <a:pt x="57912" y="121674"/>
                    <a:pt x="72898" y="60521"/>
                  </a:cubicBezTo>
                  <a:cubicBezTo>
                    <a:pt x="81661" y="24891"/>
                    <a:pt x="44831" y="0"/>
                    <a:pt x="44831" y="0"/>
                  </a:cubicBezTo>
                  <a:cubicBezTo>
                    <a:pt x="44831" y="0"/>
                    <a:pt x="82804" y="90718"/>
                    <a:pt x="0" y="10739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  <a:sp3d prstMaterial="matte"/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F06A37E4-5A12-E02A-BB71-CF70B24128A8}"/>
                </a:ext>
              </a:extLst>
            </p:cNvPr>
            <p:cNvSpPr/>
            <p:nvPr/>
          </p:nvSpPr>
          <p:spPr>
            <a:xfrm>
              <a:off x="5599048" y="755462"/>
              <a:ext cx="22664" cy="23316"/>
            </a:xfrm>
            <a:custGeom>
              <a:avLst/>
              <a:gdLst>
                <a:gd name="csX0" fmla="*/ 0 w 22664"/>
                <a:gd name="csY0" fmla="*/ 22592 h 23316"/>
                <a:gd name="csX1" fmla="*/ 17145 w 22664"/>
                <a:gd name="csY1" fmla="*/ 355 h 23316"/>
                <a:gd name="csX2" fmla="*/ 17145 w 22664"/>
                <a:gd name="csY2" fmla="*/ 13874 h 23316"/>
                <a:gd name="csX3" fmla="*/ 0 w 22664"/>
                <a:gd name="csY3" fmla="*/ 22592 h 233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664" h="23316">
                  <a:moveTo>
                    <a:pt x="0" y="22592"/>
                  </a:moveTo>
                  <a:cubicBezTo>
                    <a:pt x="0" y="22592"/>
                    <a:pt x="7620" y="-3309"/>
                    <a:pt x="17145" y="355"/>
                  </a:cubicBezTo>
                  <a:cubicBezTo>
                    <a:pt x="26670" y="4019"/>
                    <a:pt x="21971" y="9958"/>
                    <a:pt x="17145" y="13874"/>
                  </a:cubicBezTo>
                  <a:cubicBezTo>
                    <a:pt x="12319" y="17791"/>
                    <a:pt x="6731" y="25751"/>
                    <a:pt x="0" y="22592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  <a:sp3d prstMaterial="matte"/>
          </p:spPr>
          <p:txBody>
            <a:bodyPr/>
            <a:lstStyle/>
            <a:p>
              <a:endParaRPr lang="en-US" sz="16200"/>
            </a:p>
          </p:txBody>
        </p:sp>
      </p:grpSp>
      <p:grpSp>
        <p:nvGrpSpPr>
          <p:cNvPr id="86" name="Graphic 147">
            <a:extLst>
              <a:ext uri="{FF2B5EF4-FFF2-40B4-BE49-F238E27FC236}">
                <a16:creationId xmlns:a16="http://schemas.microsoft.com/office/drawing/2014/main" id="{91F4D418-35CC-58FC-7EBA-C34F5311859F}"/>
              </a:ext>
            </a:extLst>
          </p:cNvPr>
          <p:cNvGrpSpPr/>
          <p:nvPr/>
        </p:nvGrpSpPr>
        <p:grpSpPr>
          <a:xfrm>
            <a:off x="32454710" y="8519292"/>
            <a:ext cx="777986" cy="773993"/>
            <a:chOff x="5307585" y="817096"/>
            <a:chExt cx="127000" cy="126348"/>
          </a:xfrm>
          <a:blipFill dpi="0" rotWithShape="1">
            <a:blip r:embed="rId8"/>
            <a:srcRect/>
            <a:tile tx="0" ty="0" sx="100000" sy="100000" flip="none" algn="tl"/>
          </a:blip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A8332BF3-9FEE-22FE-D828-8D7699D87167}"/>
                </a:ext>
              </a:extLst>
            </p:cNvPr>
            <p:cNvSpPr/>
            <p:nvPr/>
          </p:nvSpPr>
          <p:spPr>
            <a:xfrm>
              <a:off x="5307585" y="817096"/>
              <a:ext cx="127000" cy="126348"/>
            </a:xfrm>
            <a:prstGeom prst="ellipse">
              <a:avLst/>
            </a:prstGeom>
            <a:grpFill/>
            <a:ln w="6350" cap="flat">
              <a:solidFill>
                <a:srgbClr val="8B8B40"/>
              </a:solidFill>
              <a:prstDash val="solid"/>
              <a:miter/>
            </a:ln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46A46E1B-1AC9-37FA-633F-EE476333DB25}"/>
                </a:ext>
              </a:extLst>
            </p:cNvPr>
            <p:cNvSpPr/>
            <p:nvPr/>
          </p:nvSpPr>
          <p:spPr>
            <a:xfrm>
              <a:off x="5355716" y="828973"/>
              <a:ext cx="74246" cy="108842"/>
            </a:xfrm>
            <a:custGeom>
              <a:avLst/>
              <a:gdLst>
                <a:gd name="csX0" fmla="*/ 127 w 74246"/>
                <a:gd name="csY0" fmla="*/ 107396 h 108842"/>
                <a:gd name="csX1" fmla="*/ 72898 w 74246"/>
                <a:gd name="csY1" fmla="*/ 60521 h 108842"/>
                <a:gd name="csX2" fmla="*/ 44831 w 74246"/>
                <a:gd name="csY2" fmla="*/ 0 h 108842"/>
                <a:gd name="csX3" fmla="*/ 0 w 74246"/>
                <a:gd name="csY3" fmla="*/ 107396 h 108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246" h="108842">
                  <a:moveTo>
                    <a:pt x="127" y="107396"/>
                  </a:moveTo>
                  <a:cubicBezTo>
                    <a:pt x="127" y="107396"/>
                    <a:pt x="57912" y="121674"/>
                    <a:pt x="72898" y="60521"/>
                  </a:cubicBezTo>
                  <a:cubicBezTo>
                    <a:pt x="81661" y="24891"/>
                    <a:pt x="44831" y="0"/>
                    <a:pt x="44831" y="0"/>
                  </a:cubicBezTo>
                  <a:cubicBezTo>
                    <a:pt x="44831" y="0"/>
                    <a:pt x="82804" y="90718"/>
                    <a:pt x="0" y="10739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BCCD7E67-FAD6-FD5A-5E39-10148DFFC2FB}"/>
                </a:ext>
              </a:extLst>
            </p:cNvPr>
            <p:cNvSpPr/>
            <p:nvPr/>
          </p:nvSpPr>
          <p:spPr>
            <a:xfrm>
              <a:off x="5324602" y="840369"/>
              <a:ext cx="22663" cy="23316"/>
            </a:xfrm>
            <a:custGeom>
              <a:avLst/>
              <a:gdLst>
                <a:gd name="csX0" fmla="*/ 0 w 22663"/>
                <a:gd name="csY0" fmla="*/ 22592 h 23316"/>
                <a:gd name="csX1" fmla="*/ 17145 w 22663"/>
                <a:gd name="csY1" fmla="*/ 355 h 23316"/>
                <a:gd name="csX2" fmla="*/ 17145 w 22663"/>
                <a:gd name="csY2" fmla="*/ 13874 h 23316"/>
                <a:gd name="csX3" fmla="*/ 0 w 22663"/>
                <a:gd name="csY3" fmla="*/ 22592 h 233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663" h="23316">
                  <a:moveTo>
                    <a:pt x="0" y="22592"/>
                  </a:moveTo>
                  <a:cubicBezTo>
                    <a:pt x="0" y="22592"/>
                    <a:pt x="7620" y="-3309"/>
                    <a:pt x="17145" y="355"/>
                  </a:cubicBezTo>
                  <a:cubicBezTo>
                    <a:pt x="26670" y="4019"/>
                    <a:pt x="21971" y="9958"/>
                    <a:pt x="17145" y="13874"/>
                  </a:cubicBezTo>
                  <a:cubicBezTo>
                    <a:pt x="12319" y="17791"/>
                    <a:pt x="6731" y="25751"/>
                    <a:pt x="0" y="22592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</p:grpSp>
      <p:sp>
        <p:nvSpPr>
          <p:cNvPr id="90" name="Freeform 89">
            <a:extLst>
              <a:ext uri="{FF2B5EF4-FFF2-40B4-BE49-F238E27FC236}">
                <a16:creationId xmlns:a16="http://schemas.microsoft.com/office/drawing/2014/main" id="{6FEA2E88-6FFE-4E55-DB68-0BD63416B98F}"/>
              </a:ext>
            </a:extLst>
          </p:cNvPr>
          <p:cNvSpPr/>
          <p:nvPr/>
        </p:nvSpPr>
        <p:spPr>
          <a:xfrm>
            <a:off x="32492649" y="8263388"/>
            <a:ext cx="1304530" cy="602076"/>
          </a:xfrm>
          <a:custGeom>
            <a:avLst/>
            <a:gdLst>
              <a:gd name="csX0" fmla="*/ 235458 w 235457"/>
              <a:gd name="csY0" fmla="*/ 0 h 107372"/>
              <a:gd name="csX1" fmla="*/ 0 w 235457"/>
              <a:gd name="csY1" fmla="*/ 99563 h 107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5457" h="107372">
                <a:moveTo>
                  <a:pt x="235458" y="0"/>
                </a:moveTo>
                <a:cubicBezTo>
                  <a:pt x="235458" y="0"/>
                  <a:pt x="150368" y="141637"/>
                  <a:pt x="0" y="99563"/>
                </a:cubicBezTo>
              </a:path>
            </a:pathLst>
          </a:custGeom>
          <a:noFill/>
          <a:ln w="127000" cap="flat">
            <a:solidFill>
              <a:srgbClr val="8B5CF6"/>
            </a:solidFill>
            <a:prstDash val="solid"/>
            <a:miter/>
            <a:headEnd type="triangle" w="med" len="med"/>
            <a:tailEnd type="none" w="med" len="med"/>
          </a:ln>
          <a:scene3d>
            <a:camera prst="orthographicFront">
              <a:rot lat="0" lon="0" rev="9600000"/>
            </a:camera>
            <a:lightRig rig="threePt" dir="t"/>
          </a:scene3d>
          <a:sp3d>
            <a:bevelT prst="angle"/>
          </a:sp3d>
        </p:spPr>
        <p:txBody>
          <a:bodyPr/>
          <a:lstStyle/>
          <a:p>
            <a:endParaRPr lang="en-US" sz="16200" dirty="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F82A207-CDCD-265D-ED50-1FEF5C67299D}"/>
              </a:ext>
            </a:extLst>
          </p:cNvPr>
          <p:cNvGrpSpPr/>
          <p:nvPr/>
        </p:nvGrpSpPr>
        <p:grpSpPr>
          <a:xfrm>
            <a:off x="307169" y="5910873"/>
            <a:ext cx="8462164" cy="5729617"/>
            <a:chOff x="24383" y="396906"/>
            <a:chExt cx="1381380" cy="935314"/>
          </a:xfrm>
        </p:grpSpPr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5BCE0FE4-1E27-23BA-EA18-8552562970C0}"/>
                </a:ext>
              </a:extLst>
            </p:cNvPr>
            <p:cNvSpPr/>
            <p:nvPr/>
          </p:nvSpPr>
          <p:spPr>
            <a:xfrm>
              <a:off x="24383" y="396906"/>
              <a:ext cx="1378204" cy="935314"/>
            </a:xfrm>
            <a:custGeom>
              <a:avLst/>
              <a:gdLst>
                <a:gd name="csX0" fmla="*/ 1377950 w 1378204"/>
                <a:gd name="csY0" fmla="*/ 354616 h 935314"/>
                <a:gd name="csX1" fmla="*/ 1091438 w 1378204"/>
                <a:gd name="csY1" fmla="*/ 143613 h 935314"/>
                <a:gd name="csX2" fmla="*/ 933958 w 1378204"/>
                <a:gd name="csY2" fmla="*/ 85872 h 935314"/>
                <a:gd name="csX3" fmla="*/ 847090 w 1378204"/>
                <a:gd name="csY3" fmla="*/ 64266 h 935314"/>
                <a:gd name="csX4" fmla="*/ 682371 w 1378204"/>
                <a:gd name="csY4" fmla="*/ 7157 h 935314"/>
                <a:gd name="csX5" fmla="*/ 517144 w 1378204"/>
                <a:gd name="csY5" fmla="*/ 85872 h 935314"/>
                <a:gd name="csX6" fmla="*/ 171450 w 1378204"/>
                <a:gd name="csY6" fmla="*/ 254674 h 935314"/>
                <a:gd name="csX7" fmla="*/ 0 w 1378204"/>
                <a:gd name="csY7" fmla="*/ 387719 h 935314"/>
                <a:gd name="csX8" fmla="*/ 0 w 1378204"/>
                <a:gd name="csY8" fmla="*/ 578253 h 935314"/>
                <a:gd name="csX9" fmla="*/ 688467 w 1378204"/>
                <a:gd name="csY9" fmla="*/ 935314 h 935314"/>
                <a:gd name="csX10" fmla="*/ 1378204 w 1378204"/>
                <a:gd name="csY10" fmla="*/ 578253 h 935314"/>
                <a:gd name="csX11" fmla="*/ 1378204 w 1378204"/>
                <a:gd name="csY11" fmla="*/ 354616 h 935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378204" h="935314">
                  <a:moveTo>
                    <a:pt x="1377950" y="354616"/>
                  </a:moveTo>
                  <a:cubicBezTo>
                    <a:pt x="1207008" y="277164"/>
                    <a:pt x="1162812" y="224097"/>
                    <a:pt x="1091438" y="143613"/>
                  </a:cubicBezTo>
                  <a:cubicBezTo>
                    <a:pt x="1051560" y="98633"/>
                    <a:pt x="987298" y="116196"/>
                    <a:pt x="933958" y="85872"/>
                  </a:cubicBezTo>
                  <a:cubicBezTo>
                    <a:pt x="880618" y="55548"/>
                    <a:pt x="899541" y="90168"/>
                    <a:pt x="847090" y="64266"/>
                  </a:cubicBezTo>
                  <a:cubicBezTo>
                    <a:pt x="730758" y="6778"/>
                    <a:pt x="766318" y="-11796"/>
                    <a:pt x="682371" y="7157"/>
                  </a:cubicBezTo>
                  <a:cubicBezTo>
                    <a:pt x="598424" y="26109"/>
                    <a:pt x="568452" y="43798"/>
                    <a:pt x="517144" y="85872"/>
                  </a:cubicBezTo>
                  <a:cubicBezTo>
                    <a:pt x="445516" y="144750"/>
                    <a:pt x="281940" y="262255"/>
                    <a:pt x="171450" y="254674"/>
                  </a:cubicBezTo>
                  <a:cubicBezTo>
                    <a:pt x="60833" y="247093"/>
                    <a:pt x="0" y="387719"/>
                    <a:pt x="0" y="387719"/>
                  </a:cubicBezTo>
                  <a:lnTo>
                    <a:pt x="0" y="578253"/>
                  </a:lnTo>
                  <a:lnTo>
                    <a:pt x="688467" y="935314"/>
                  </a:lnTo>
                  <a:lnTo>
                    <a:pt x="1378204" y="578253"/>
                  </a:lnTo>
                  <a:lnTo>
                    <a:pt x="1378204" y="354616"/>
                  </a:lnTo>
                  <a:close/>
                </a:path>
              </a:pathLst>
            </a:custGeom>
            <a:solidFill>
              <a:srgbClr val="D0C4B1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 dirty="0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3834C5ED-54E9-069E-6959-9776D82E4B6C}"/>
                </a:ext>
              </a:extLst>
            </p:cNvPr>
            <p:cNvSpPr/>
            <p:nvPr/>
          </p:nvSpPr>
          <p:spPr>
            <a:xfrm>
              <a:off x="297434" y="437885"/>
              <a:ext cx="420502" cy="584505"/>
            </a:xfrm>
            <a:custGeom>
              <a:avLst/>
              <a:gdLst>
                <a:gd name="csX0" fmla="*/ 0 w 420502"/>
                <a:gd name="csY0" fmla="*/ 464703 h 584505"/>
                <a:gd name="csX1" fmla="*/ 173609 w 420502"/>
                <a:gd name="csY1" fmla="*/ 309547 h 584505"/>
                <a:gd name="csX2" fmla="*/ 295148 w 420502"/>
                <a:gd name="csY2" fmla="*/ 155781 h 584505"/>
                <a:gd name="csX3" fmla="*/ 378460 w 420502"/>
                <a:gd name="csY3" fmla="*/ 36634 h 584505"/>
                <a:gd name="csX4" fmla="*/ 415163 w 420502"/>
                <a:gd name="csY4" fmla="*/ 21977 h 584505"/>
                <a:gd name="csX5" fmla="*/ 376047 w 420502"/>
                <a:gd name="csY5" fmla="*/ 180798 h 584505"/>
                <a:gd name="csX6" fmla="*/ 344678 w 420502"/>
                <a:gd name="csY6" fmla="*/ 288321 h 584505"/>
                <a:gd name="csX7" fmla="*/ 272034 w 420502"/>
                <a:gd name="csY7" fmla="*/ 384219 h 584505"/>
                <a:gd name="csX8" fmla="*/ 179197 w 420502"/>
                <a:gd name="csY8" fmla="*/ 583218 h 584505"/>
                <a:gd name="csX9" fmla="*/ 91694 w 420502"/>
                <a:gd name="csY9" fmla="*/ 525856 h 584505"/>
                <a:gd name="csX10" fmla="*/ 127 w 420502"/>
                <a:gd name="csY10" fmla="*/ 464830 h 5845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20502" h="584505">
                  <a:moveTo>
                    <a:pt x="0" y="464703"/>
                  </a:moveTo>
                  <a:cubicBezTo>
                    <a:pt x="0" y="464703"/>
                    <a:pt x="110236" y="337218"/>
                    <a:pt x="173609" y="309547"/>
                  </a:cubicBezTo>
                  <a:cubicBezTo>
                    <a:pt x="236982" y="281877"/>
                    <a:pt x="290068" y="188505"/>
                    <a:pt x="295148" y="155781"/>
                  </a:cubicBezTo>
                  <a:cubicBezTo>
                    <a:pt x="300228" y="123056"/>
                    <a:pt x="358267" y="51669"/>
                    <a:pt x="378460" y="36634"/>
                  </a:cubicBezTo>
                  <a:cubicBezTo>
                    <a:pt x="398653" y="21598"/>
                    <a:pt x="433959" y="-28436"/>
                    <a:pt x="415163" y="21977"/>
                  </a:cubicBezTo>
                  <a:cubicBezTo>
                    <a:pt x="396367" y="72391"/>
                    <a:pt x="403860" y="147947"/>
                    <a:pt x="376047" y="180798"/>
                  </a:cubicBezTo>
                  <a:cubicBezTo>
                    <a:pt x="348234" y="213648"/>
                    <a:pt x="377571" y="248015"/>
                    <a:pt x="344678" y="288321"/>
                  </a:cubicBezTo>
                  <a:cubicBezTo>
                    <a:pt x="311785" y="328626"/>
                    <a:pt x="299085" y="321171"/>
                    <a:pt x="272034" y="384219"/>
                  </a:cubicBezTo>
                  <a:cubicBezTo>
                    <a:pt x="173609" y="613163"/>
                    <a:pt x="179197" y="583218"/>
                    <a:pt x="179197" y="583218"/>
                  </a:cubicBezTo>
                  <a:cubicBezTo>
                    <a:pt x="179197" y="583218"/>
                    <a:pt x="118364" y="567046"/>
                    <a:pt x="91694" y="525856"/>
                  </a:cubicBezTo>
                  <a:cubicBezTo>
                    <a:pt x="70993" y="494016"/>
                    <a:pt x="32766" y="476706"/>
                    <a:pt x="127" y="464830"/>
                  </a:cubicBezTo>
                  <a:close/>
                </a:path>
              </a:pathLst>
            </a:custGeom>
            <a:solidFill>
              <a:srgbClr val="BDB3A2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A82B4C7B-DA46-67A5-5E43-37F21C9A1C79}"/>
                </a:ext>
              </a:extLst>
            </p:cNvPr>
            <p:cNvSpPr/>
            <p:nvPr/>
          </p:nvSpPr>
          <p:spPr>
            <a:xfrm>
              <a:off x="141478" y="443483"/>
              <a:ext cx="540257" cy="464836"/>
            </a:xfrm>
            <a:custGeom>
              <a:avLst/>
              <a:gdLst>
                <a:gd name="csX0" fmla="*/ 119888 w 540257"/>
                <a:gd name="csY0" fmla="*/ 464837 h 464836"/>
                <a:gd name="csX1" fmla="*/ 313309 w 540257"/>
                <a:gd name="csY1" fmla="*/ 294013 h 464836"/>
                <a:gd name="csX2" fmla="*/ 417195 w 540257"/>
                <a:gd name="csY2" fmla="*/ 159073 h 464836"/>
                <a:gd name="csX3" fmla="*/ 540258 w 540257"/>
                <a:gd name="csY3" fmla="*/ 0 h 464836"/>
                <a:gd name="csX4" fmla="*/ 413766 w 540257"/>
                <a:gd name="csY4" fmla="*/ 138984 h 464836"/>
                <a:gd name="csX5" fmla="*/ 336550 w 540257"/>
                <a:gd name="csY5" fmla="*/ 230586 h 464836"/>
                <a:gd name="csX6" fmla="*/ 266319 w 540257"/>
                <a:gd name="csY6" fmla="*/ 283779 h 464836"/>
                <a:gd name="csX7" fmla="*/ 171069 w 540257"/>
                <a:gd name="csY7" fmla="*/ 344174 h 464836"/>
                <a:gd name="csX8" fmla="*/ 102997 w 540257"/>
                <a:gd name="csY8" fmla="*/ 408233 h 464836"/>
                <a:gd name="csX9" fmla="*/ 0 w 540257"/>
                <a:gd name="csY9" fmla="*/ 462942 h 464836"/>
                <a:gd name="csX10" fmla="*/ 119761 w 540257"/>
                <a:gd name="csY10" fmla="*/ 464710 h 4648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40257" h="464836">
                  <a:moveTo>
                    <a:pt x="119888" y="464837"/>
                  </a:moveTo>
                  <a:cubicBezTo>
                    <a:pt x="119888" y="464837"/>
                    <a:pt x="226568" y="336719"/>
                    <a:pt x="313309" y="294013"/>
                  </a:cubicBezTo>
                  <a:cubicBezTo>
                    <a:pt x="358648" y="271776"/>
                    <a:pt x="412877" y="194324"/>
                    <a:pt x="417195" y="159073"/>
                  </a:cubicBezTo>
                  <a:cubicBezTo>
                    <a:pt x="421894" y="121295"/>
                    <a:pt x="467995" y="59258"/>
                    <a:pt x="540258" y="0"/>
                  </a:cubicBezTo>
                  <a:cubicBezTo>
                    <a:pt x="540258" y="0"/>
                    <a:pt x="470027" y="57110"/>
                    <a:pt x="413766" y="138984"/>
                  </a:cubicBezTo>
                  <a:cubicBezTo>
                    <a:pt x="357505" y="220858"/>
                    <a:pt x="366395" y="206201"/>
                    <a:pt x="336550" y="230586"/>
                  </a:cubicBezTo>
                  <a:cubicBezTo>
                    <a:pt x="311404" y="251181"/>
                    <a:pt x="298450" y="255856"/>
                    <a:pt x="266319" y="283779"/>
                  </a:cubicBezTo>
                  <a:cubicBezTo>
                    <a:pt x="234188" y="311702"/>
                    <a:pt x="189103" y="318146"/>
                    <a:pt x="171069" y="344174"/>
                  </a:cubicBezTo>
                  <a:cubicBezTo>
                    <a:pt x="153035" y="370202"/>
                    <a:pt x="107061" y="388017"/>
                    <a:pt x="102997" y="408233"/>
                  </a:cubicBezTo>
                  <a:cubicBezTo>
                    <a:pt x="98933" y="428448"/>
                    <a:pt x="0" y="462942"/>
                    <a:pt x="0" y="462942"/>
                  </a:cubicBezTo>
                  <a:cubicBezTo>
                    <a:pt x="0" y="462942"/>
                    <a:pt x="78486" y="435777"/>
                    <a:pt x="119761" y="464710"/>
                  </a:cubicBezTo>
                  <a:close/>
                </a:path>
              </a:pathLst>
            </a:custGeom>
            <a:solidFill>
              <a:srgbClr val="FFEFD5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4DE19E50-D934-0C3C-CCE6-04E128F99831}"/>
                </a:ext>
              </a:extLst>
            </p:cNvPr>
            <p:cNvSpPr/>
            <p:nvPr/>
          </p:nvSpPr>
          <p:spPr>
            <a:xfrm>
              <a:off x="613155" y="461172"/>
              <a:ext cx="140200" cy="619866"/>
            </a:xfrm>
            <a:custGeom>
              <a:avLst/>
              <a:gdLst>
                <a:gd name="csX0" fmla="*/ 118618 w 140200"/>
                <a:gd name="csY0" fmla="*/ 0 h 619866"/>
                <a:gd name="csX1" fmla="*/ 125476 w 140200"/>
                <a:gd name="csY1" fmla="*/ 147449 h 619866"/>
                <a:gd name="csX2" fmla="*/ 92329 w 140200"/>
                <a:gd name="csY2" fmla="*/ 318272 h 619866"/>
                <a:gd name="csX3" fmla="*/ 79375 w 140200"/>
                <a:gd name="csY3" fmla="*/ 388396 h 619866"/>
                <a:gd name="csX4" fmla="*/ 33909 w 140200"/>
                <a:gd name="csY4" fmla="*/ 479999 h 619866"/>
                <a:gd name="csX5" fmla="*/ 14351 w 140200"/>
                <a:gd name="csY5" fmla="*/ 548985 h 619866"/>
                <a:gd name="csX6" fmla="*/ 0 w 140200"/>
                <a:gd name="csY6" fmla="*/ 619867 h 619866"/>
                <a:gd name="csX7" fmla="*/ 110109 w 140200"/>
                <a:gd name="csY7" fmla="*/ 616203 h 619866"/>
                <a:gd name="csX8" fmla="*/ 124460 w 140200"/>
                <a:gd name="csY8" fmla="*/ 425669 h 619866"/>
                <a:gd name="csX9" fmla="*/ 139954 w 140200"/>
                <a:gd name="csY9" fmla="*/ 298183 h 619866"/>
                <a:gd name="csX10" fmla="*/ 139192 w 140200"/>
                <a:gd name="csY10" fmla="*/ 243600 h 619866"/>
                <a:gd name="csX11" fmla="*/ 118745 w 140200"/>
                <a:gd name="csY11" fmla="*/ 0 h 619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0200" h="619866">
                  <a:moveTo>
                    <a:pt x="118618" y="0"/>
                  </a:moveTo>
                  <a:cubicBezTo>
                    <a:pt x="118618" y="0"/>
                    <a:pt x="138430" y="89202"/>
                    <a:pt x="125476" y="147449"/>
                  </a:cubicBezTo>
                  <a:cubicBezTo>
                    <a:pt x="112522" y="205696"/>
                    <a:pt x="85852" y="288075"/>
                    <a:pt x="92329" y="318272"/>
                  </a:cubicBezTo>
                  <a:cubicBezTo>
                    <a:pt x="98806" y="348470"/>
                    <a:pt x="81534" y="344174"/>
                    <a:pt x="79375" y="388396"/>
                  </a:cubicBezTo>
                  <a:cubicBezTo>
                    <a:pt x="77216" y="432618"/>
                    <a:pt x="36068" y="434766"/>
                    <a:pt x="33909" y="479999"/>
                  </a:cubicBezTo>
                  <a:cubicBezTo>
                    <a:pt x="31750" y="525232"/>
                    <a:pt x="14351" y="548985"/>
                    <a:pt x="14351" y="548985"/>
                  </a:cubicBezTo>
                  <a:lnTo>
                    <a:pt x="0" y="619867"/>
                  </a:lnTo>
                  <a:cubicBezTo>
                    <a:pt x="0" y="619867"/>
                    <a:pt x="77978" y="590175"/>
                    <a:pt x="110109" y="616203"/>
                  </a:cubicBezTo>
                  <a:cubicBezTo>
                    <a:pt x="110109" y="616203"/>
                    <a:pt x="114554" y="483410"/>
                    <a:pt x="124460" y="425669"/>
                  </a:cubicBezTo>
                  <a:cubicBezTo>
                    <a:pt x="133604" y="371971"/>
                    <a:pt x="141732" y="324463"/>
                    <a:pt x="139954" y="298183"/>
                  </a:cubicBezTo>
                  <a:cubicBezTo>
                    <a:pt x="138430" y="275946"/>
                    <a:pt x="140716" y="260784"/>
                    <a:pt x="139192" y="243600"/>
                  </a:cubicBezTo>
                  <a:cubicBezTo>
                    <a:pt x="138049" y="229828"/>
                    <a:pt x="146939" y="45233"/>
                    <a:pt x="118745" y="0"/>
                  </a:cubicBezTo>
                  <a:close/>
                </a:path>
              </a:pathLst>
            </a:custGeom>
            <a:solidFill>
              <a:srgbClr val="FFEFD5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7D04AE1-04BA-1894-7F43-2FF2B7D09CE3}"/>
                </a:ext>
              </a:extLst>
            </p:cNvPr>
            <p:cNvSpPr/>
            <p:nvPr/>
          </p:nvSpPr>
          <p:spPr>
            <a:xfrm>
              <a:off x="25450" y="798902"/>
              <a:ext cx="688467" cy="533191"/>
            </a:xfrm>
            <a:custGeom>
              <a:avLst/>
              <a:gdLst>
                <a:gd name="csX0" fmla="*/ 273304 w 688467"/>
                <a:gd name="csY0" fmla="*/ 91350 h 533191"/>
                <a:gd name="csX1" fmla="*/ 106807 w 688467"/>
                <a:gd name="csY1" fmla="*/ 84275 h 533191"/>
                <a:gd name="csX2" fmla="*/ 0 w 688467"/>
                <a:gd name="csY2" fmla="*/ 0 h 533191"/>
                <a:gd name="csX3" fmla="*/ 0 w 688467"/>
                <a:gd name="csY3" fmla="*/ 176130 h 533191"/>
                <a:gd name="csX4" fmla="*/ 688467 w 688467"/>
                <a:gd name="csY4" fmla="*/ 533192 h 533191"/>
                <a:gd name="csX5" fmla="*/ 688467 w 688467"/>
                <a:gd name="csY5" fmla="*/ 223385 h 533191"/>
                <a:gd name="csX6" fmla="*/ 273304 w 688467"/>
                <a:gd name="csY6" fmla="*/ 91224 h 533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88467" h="533191">
                  <a:moveTo>
                    <a:pt x="273304" y="91350"/>
                  </a:moveTo>
                  <a:cubicBezTo>
                    <a:pt x="194691" y="64564"/>
                    <a:pt x="195199" y="96278"/>
                    <a:pt x="106807" y="84275"/>
                  </a:cubicBezTo>
                  <a:cubicBezTo>
                    <a:pt x="58293" y="77704"/>
                    <a:pt x="0" y="0"/>
                    <a:pt x="0" y="0"/>
                  </a:cubicBezTo>
                  <a:lnTo>
                    <a:pt x="0" y="176130"/>
                  </a:lnTo>
                  <a:lnTo>
                    <a:pt x="688467" y="533192"/>
                  </a:lnTo>
                  <a:lnTo>
                    <a:pt x="688467" y="223385"/>
                  </a:lnTo>
                  <a:cubicBezTo>
                    <a:pt x="382270" y="206580"/>
                    <a:pt x="351917" y="118010"/>
                    <a:pt x="273304" y="91224"/>
                  </a:cubicBezTo>
                  <a:close/>
                </a:path>
              </a:pathLst>
            </a:custGeom>
            <a:solidFill>
              <a:srgbClr val="FFEFD5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AD9B6FAD-90D6-7C29-FC5E-C2453C27773E}"/>
                </a:ext>
              </a:extLst>
            </p:cNvPr>
            <p:cNvSpPr/>
            <p:nvPr/>
          </p:nvSpPr>
          <p:spPr>
            <a:xfrm>
              <a:off x="907414" y="475501"/>
              <a:ext cx="494792" cy="388849"/>
            </a:xfrm>
            <a:custGeom>
              <a:avLst/>
              <a:gdLst>
                <a:gd name="csX0" fmla="*/ 210312 w 494792"/>
                <a:gd name="csY0" fmla="*/ 80938 h 388849"/>
                <a:gd name="csX1" fmla="*/ 205740 w 494792"/>
                <a:gd name="csY1" fmla="*/ 113915 h 388849"/>
                <a:gd name="csX2" fmla="*/ 239522 w 494792"/>
                <a:gd name="csY2" fmla="*/ 167992 h 388849"/>
                <a:gd name="csX3" fmla="*/ 319913 w 494792"/>
                <a:gd name="csY3" fmla="*/ 190735 h 388849"/>
                <a:gd name="csX4" fmla="*/ 494792 w 494792"/>
                <a:gd name="csY4" fmla="*/ 283728 h 388849"/>
                <a:gd name="csX5" fmla="*/ 344424 w 494792"/>
                <a:gd name="csY5" fmla="*/ 388850 h 388849"/>
                <a:gd name="csX6" fmla="*/ 264033 w 494792"/>
                <a:gd name="csY6" fmla="*/ 208424 h 388849"/>
                <a:gd name="csX7" fmla="*/ 112522 w 494792"/>
                <a:gd name="csY7" fmla="*/ 80811 h 388849"/>
                <a:gd name="csX8" fmla="*/ 23495 w 494792"/>
                <a:gd name="csY8" fmla="*/ 35200 h 388849"/>
                <a:gd name="csX9" fmla="*/ 0 w 494792"/>
                <a:gd name="csY9" fmla="*/ 2223 h 388849"/>
                <a:gd name="csX10" fmla="*/ 24638 w 494792"/>
                <a:gd name="csY10" fmla="*/ 1591 h 388849"/>
                <a:gd name="csX11" fmla="*/ 94488 w 494792"/>
                <a:gd name="csY11" fmla="*/ 29514 h 388849"/>
                <a:gd name="csX12" fmla="*/ 210185 w 494792"/>
                <a:gd name="csY12" fmla="*/ 80811 h 388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94792" h="388849">
                  <a:moveTo>
                    <a:pt x="210312" y="80938"/>
                  </a:moveTo>
                  <a:cubicBezTo>
                    <a:pt x="210312" y="80938"/>
                    <a:pt x="203454" y="99637"/>
                    <a:pt x="205740" y="113915"/>
                  </a:cubicBezTo>
                  <a:cubicBezTo>
                    <a:pt x="208026" y="128192"/>
                    <a:pt x="223520" y="153841"/>
                    <a:pt x="239522" y="167992"/>
                  </a:cubicBezTo>
                  <a:cubicBezTo>
                    <a:pt x="255524" y="182143"/>
                    <a:pt x="310515" y="193641"/>
                    <a:pt x="319913" y="190735"/>
                  </a:cubicBezTo>
                  <a:cubicBezTo>
                    <a:pt x="319913" y="190735"/>
                    <a:pt x="440817" y="267934"/>
                    <a:pt x="494792" y="283728"/>
                  </a:cubicBezTo>
                  <a:cubicBezTo>
                    <a:pt x="494792" y="283728"/>
                    <a:pt x="374777" y="379247"/>
                    <a:pt x="344424" y="388850"/>
                  </a:cubicBezTo>
                  <a:cubicBezTo>
                    <a:pt x="344424" y="388850"/>
                    <a:pt x="484251" y="334014"/>
                    <a:pt x="264033" y="208424"/>
                  </a:cubicBezTo>
                  <a:cubicBezTo>
                    <a:pt x="223520" y="185302"/>
                    <a:pt x="141478" y="101280"/>
                    <a:pt x="112522" y="80811"/>
                  </a:cubicBezTo>
                  <a:cubicBezTo>
                    <a:pt x="83566" y="60343"/>
                    <a:pt x="23495" y="37474"/>
                    <a:pt x="23495" y="35200"/>
                  </a:cubicBezTo>
                  <a:cubicBezTo>
                    <a:pt x="23495" y="32925"/>
                    <a:pt x="19431" y="15868"/>
                    <a:pt x="0" y="2223"/>
                  </a:cubicBezTo>
                  <a:cubicBezTo>
                    <a:pt x="0" y="2223"/>
                    <a:pt x="7493" y="-2326"/>
                    <a:pt x="24638" y="1591"/>
                  </a:cubicBezTo>
                  <a:cubicBezTo>
                    <a:pt x="24638" y="1591"/>
                    <a:pt x="56134" y="22691"/>
                    <a:pt x="94488" y="29514"/>
                  </a:cubicBezTo>
                  <a:cubicBezTo>
                    <a:pt x="94488" y="29514"/>
                    <a:pt x="196469" y="36463"/>
                    <a:pt x="210185" y="80811"/>
                  </a:cubicBezTo>
                  <a:close/>
                </a:path>
              </a:pathLst>
            </a:custGeom>
            <a:solidFill>
              <a:srgbClr val="DFD2BC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 dirty="0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1A98FAE8-8075-06E1-C774-54AADD9D12AD}"/>
                </a:ext>
              </a:extLst>
            </p:cNvPr>
            <p:cNvSpPr/>
            <p:nvPr/>
          </p:nvSpPr>
          <p:spPr>
            <a:xfrm>
              <a:off x="727455" y="467742"/>
              <a:ext cx="583183" cy="607002"/>
            </a:xfrm>
            <a:custGeom>
              <a:avLst/>
              <a:gdLst>
                <a:gd name="csX0" fmla="*/ 583184 w 583183"/>
                <a:gd name="csY0" fmla="*/ 372476 h 607002"/>
                <a:gd name="csX1" fmla="*/ 546989 w 583183"/>
                <a:gd name="csY1" fmla="*/ 381952 h 607002"/>
                <a:gd name="csX2" fmla="*/ 547751 w 583183"/>
                <a:gd name="csY2" fmla="*/ 378541 h 607002"/>
                <a:gd name="csX3" fmla="*/ 532384 w 583183"/>
                <a:gd name="csY3" fmla="*/ 320926 h 607002"/>
                <a:gd name="csX4" fmla="*/ 453136 w 583183"/>
                <a:gd name="csY4" fmla="*/ 285548 h 607002"/>
                <a:gd name="csX5" fmla="*/ 343154 w 583183"/>
                <a:gd name="csY5" fmla="*/ 234756 h 607002"/>
                <a:gd name="csX6" fmla="*/ 250571 w 583183"/>
                <a:gd name="csY6" fmla="*/ 171076 h 607002"/>
                <a:gd name="csX7" fmla="*/ 225425 w 583183"/>
                <a:gd name="csY7" fmla="*/ 169686 h 607002"/>
                <a:gd name="csX8" fmla="*/ 222504 w 583183"/>
                <a:gd name="csY8" fmla="*/ 187880 h 607002"/>
                <a:gd name="csX9" fmla="*/ 299720 w 583183"/>
                <a:gd name="csY9" fmla="*/ 303237 h 607002"/>
                <a:gd name="csX10" fmla="*/ 281686 w 583183"/>
                <a:gd name="csY10" fmla="*/ 350491 h 607002"/>
                <a:gd name="csX11" fmla="*/ 264795 w 583183"/>
                <a:gd name="csY11" fmla="*/ 370707 h 607002"/>
                <a:gd name="csX12" fmla="*/ 263652 w 583183"/>
                <a:gd name="csY12" fmla="*/ 372350 h 607002"/>
                <a:gd name="csX13" fmla="*/ 226441 w 583183"/>
                <a:gd name="csY13" fmla="*/ 395471 h 607002"/>
                <a:gd name="csX14" fmla="*/ 155321 w 583183"/>
                <a:gd name="csY14" fmla="*/ 380057 h 607002"/>
                <a:gd name="csX15" fmla="*/ 138938 w 583183"/>
                <a:gd name="csY15" fmla="*/ 363758 h 607002"/>
                <a:gd name="csX16" fmla="*/ 112903 w 583183"/>
                <a:gd name="csY16" fmla="*/ 287570 h 607002"/>
                <a:gd name="csX17" fmla="*/ 109855 w 583183"/>
                <a:gd name="csY17" fmla="*/ 144417 h 607002"/>
                <a:gd name="csX18" fmla="*/ 11176 w 583183"/>
                <a:gd name="csY18" fmla="*/ 0 h 607002"/>
                <a:gd name="csX19" fmla="*/ 24003 w 583183"/>
                <a:gd name="csY19" fmla="*/ 379172 h 607002"/>
                <a:gd name="csX20" fmla="*/ 0 w 583183"/>
                <a:gd name="csY20" fmla="*/ 599904 h 607002"/>
                <a:gd name="csX21" fmla="*/ 265049 w 583183"/>
                <a:gd name="csY21" fmla="*/ 592323 h 607002"/>
                <a:gd name="csX22" fmla="*/ 239522 w 583183"/>
                <a:gd name="csY22" fmla="*/ 570464 h 607002"/>
                <a:gd name="csX23" fmla="*/ 274320 w 583183"/>
                <a:gd name="csY23" fmla="*/ 553281 h 607002"/>
                <a:gd name="csX24" fmla="*/ 365633 w 583183"/>
                <a:gd name="csY24" fmla="*/ 514618 h 607002"/>
                <a:gd name="csX25" fmla="*/ 499745 w 583183"/>
                <a:gd name="csY25" fmla="*/ 438809 h 607002"/>
                <a:gd name="csX26" fmla="*/ 567055 w 583183"/>
                <a:gd name="csY26" fmla="*/ 384858 h 607002"/>
                <a:gd name="csX27" fmla="*/ 583057 w 583183"/>
                <a:gd name="csY27" fmla="*/ 372602 h 6070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583183" h="607002">
                  <a:moveTo>
                    <a:pt x="583184" y="372476"/>
                  </a:moveTo>
                  <a:cubicBezTo>
                    <a:pt x="582422" y="370960"/>
                    <a:pt x="565658" y="375887"/>
                    <a:pt x="546989" y="381952"/>
                  </a:cubicBezTo>
                  <a:cubicBezTo>
                    <a:pt x="547370" y="380815"/>
                    <a:pt x="547751" y="379678"/>
                    <a:pt x="547751" y="378541"/>
                  </a:cubicBezTo>
                  <a:cubicBezTo>
                    <a:pt x="548259" y="360094"/>
                    <a:pt x="548005" y="330907"/>
                    <a:pt x="532384" y="320926"/>
                  </a:cubicBezTo>
                  <a:cubicBezTo>
                    <a:pt x="507746" y="305132"/>
                    <a:pt x="479933" y="297298"/>
                    <a:pt x="453136" y="285548"/>
                  </a:cubicBezTo>
                  <a:cubicBezTo>
                    <a:pt x="426339" y="273798"/>
                    <a:pt x="378206" y="264195"/>
                    <a:pt x="343154" y="234756"/>
                  </a:cubicBezTo>
                  <a:cubicBezTo>
                    <a:pt x="335915" y="228691"/>
                    <a:pt x="257302" y="177520"/>
                    <a:pt x="250571" y="171076"/>
                  </a:cubicBezTo>
                  <a:cubicBezTo>
                    <a:pt x="243713" y="164632"/>
                    <a:pt x="231521" y="162484"/>
                    <a:pt x="225425" y="169686"/>
                  </a:cubicBezTo>
                  <a:cubicBezTo>
                    <a:pt x="221361" y="174614"/>
                    <a:pt x="221615" y="181563"/>
                    <a:pt x="222504" y="187880"/>
                  </a:cubicBezTo>
                  <a:cubicBezTo>
                    <a:pt x="224663" y="205064"/>
                    <a:pt x="293624" y="286938"/>
                    <a:pt x="299720" y="303237"/>
                  </a:cubicBezTo>
                  <a:cubicBezTo>
                    <a:pt x="306324" y="320926"/>
                    <a:pt x="295529" y="337477"/>
                    <a:pt x="281686" y="350491"/>
                  </a:cubicBezTo>
                  <a:cubicBezTo>
                    <a:pt x="275336" y="356556"/>
                    <a:pt x="269621" y="363379"/>
                    <a:pt x="264795" y="370707"/>
                  </a:cubicBezTo>
                  <a:cubicBezTo>
                    <a:pt x="264414" y="371086"/>
                    <a:pt x="264160" y="371592"/>
                    <a:pt x="263652" y="372350"/>
                  </a:cubicBezTo>
                  <a:cubicBezTo>
                    <a:pt x="256794" y="384732"/>
                    <a:pt x="232410" y="396103"/>
                    <a:pt x="226441" y="395471"/>
                  </a:cubicBezTo>
                  <a:cubicBezTo>
                    <a:pt x="203200" y="393071"/>
                    <a:pt x="178435" y="377909"/>
                    <a:pt x="155321" y="380057"/>
                  </a:cubicBezTo>
                  <a:cubicBezTo>
                    <a:pt x="151384" y="374498"/>
                    <a:pt x="146050" y="368938"/>
                    <a:pt x="138938" y="363758"/>
                  </a:cubicBezTo>
                  <a:cubicBezTo>
                    <a:pt x="109982" y="342531"/>
                    <a:pt x="112903" y="287570"/>
                    <a:pt x="112903" y="287570"/>
                  </a:cubicBezTo>
                  <a:cubicBezTo>
                    <a:pt x="112903" y="287570"/>
                    <a:pt x="136779" y="223637"/>
                    <a:pt x="109855" y="144417"/>
                  </a:cubicBezTo>
                  <a:cubicBezTo>
                    <a:pt x="84328" y="69239"/>
                    <a:pt x="11176" y="0"/>
                    <a:pt x="11176" y="0"/>
                  </a:cubicBezTo>
                  <a:cubicBezTo>
                    <a:pt x="42164" y="72524"/>
                    <a:pt x="34163" y="354282"/>
                    <a:pt x="24003" y="379172"/>
                  </a:cubicBezTo>
                  <a:cubicBezTo>
                    <a:pt x="13081" y="405832"/>
                    <a:pt x="0" y="599904"/>
                    <a:pt x="0" y="599904"/>
                  </a:cubicBezTo>
                  <a:cubicBezTo>
                    <a:pt x="0" y="599904"/>
                    <a:pt x="311023" y="620119"/>
                    <a:pt x="265049" y="592323"/>
                  </a:cubicBezTo>
                  <a:cubicBezTo>
                    <a:pt x="252095" y="584489"/>
                    <a:pt x="244348" y="577287"/>
                    <a:pt x="239522" y="570464"/>
                  </a:cubicBezTo>
                  <a:cubicBezTo>
                    <a:pt x="251333" y="565158"/>
                    <a:pt x="262636" y="558840"/>
                    <a:pt x="274320" y="553281"/>
                  </a:cubicBezTo>
                  <a:cubicBezTo>
                    <a:pt x="304292" y="539256"/>
                    <a:pt x="337185" y="531423"/>
                    <a:pt x="365633" y="514618"/>
                  </a:cubicBezTo>
                  <a:cubicBezTo>
                    <a:pt x="406654" y="490359"/>
                    <a:pt x="458978" y="463700"/>
                    <a:pt x="499745" y="438809"/>
                  </a:cubicBezTo>
                  <a:cubicBezTo>
                    <a:pt x="508889" y="433250"/>
                    <a:pt x="558927" y="391807"/>
                    <a:pt x="567055" y="384858"/>
                  </a:cubicBezTo>
                  <a:cubicBezTo>
                    <a:pt x="569087" y="383089"/>
                    <a:pt x="584200" y="375129"/>
                    <a:pt x="583057" y="372602"/>
                  </a:cubicBezTo>
                  <a:close/>
                </a:path>
              </a:pathLst>
            </a:custGeom>
            <a:solidFill>
              <a:srgbClr val="BDB3A2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0A8E5AC1-BD48-5992-1FDC-E6EC01E8290A}"/>
                </a:ext>
              </a:extLst>
            </p:cNvPr>
            <p:cNvSpPr/>
            <p:nvPr/>
          </p:nvSpPr>
          <p:spPr>
            <a:xfrm>
              <a:off x="775623" y="890273"/>
              <a:ext cx="173885" cy="75436"/>
            </a:xfrm>
            <a:custGeom>
              <a:avLst/>
              <a:gdLst>
                <a:gd name="csX0" fmla="*/ 105757 w 173885"/>
                <a:gd name="csY0" fmla="*/ 7055 h 75436"/>
                <a:gd name="csX1" fmla="*/ 74261 w 173885"/>
                <a:gd name="csY1" fmla="*/ 18427 h 75436"/>
                <a:gd name="csX2" fmla="*/ 43908 w 173885"/>
                <a:gd name="csY2" fmla="*/ 24239 h 75436"/>
                <a:gd name="csX3" fmla="*/ 601 w 173885"/>
                <a:gd name="csY3" fmla="*/ 66313 h 75436"/>
                <a:gd name="csX4" fmla="*/ 4030 w 173885"/>
                <a:gd name="csY4" fmla="*/ 71746 h 75436"/>
                <a:gd name="csX5" fmla="*/ 19524 w 173885"/>
                <a:gd name="csY5" fmla="*/ 75410 h 75436"/>
                <a:gd name="csX6" fmla="*/ 80865 w 173885"/>
                <a:gd name="csY6" fmla="*/ 66566 h 75436"/>
                <a:gd name="csX7" fmla="*/ 142206 w 173885"/>
                <a:gd name="csY7" fmla="*/ 58227 h 75436"/>
                <a:gd name="csX8" fmla="*/ 172940 w 173885"/>
                <a:gd name="csY8" fmla="*/ 12488 h 75436"/>
                <a:gd name="csX9" fmla="*/ 105884 w 173885"/>
                <a:gd name="csY9" fmla="*/ 7055 h 75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73885" h="75436">
                  <a:moveTo>
                    <a:pt x="105757" y="7055"/>
                  </a:moveTo>
                  <a:cubicBezTo>
                    <a:pt x="95470" y="11098"/>
                    <a:pt x="85564" y="15647"/>
                    <a:pt x="74261" y="18427"/>
                  </a:cubicBezTo>
                  <a:cubicBezTo>
                    <a:pt x="64355" y="20827"/>
                    <a:pt x="53814" y="21838"/>
                    <a:pt x="43908" y="24239"/>
                  </a:cubicBezTo>
                  <a:cubicBezTo>
                    <a:pt x="15714" y="31062"/>
                    <a:pt x="-3717" y="49888"/>
                    <a:pt x="601" y="66313"/>
                  </a:cubicBezTo>
                  <a:cubicBezTo>
                    <a:pt x="1109" y="68334"/>
                    <a:pt x="1998" y="70230"/>
                    <a:pt x="4030" y="71746"/>
                  </a:cubicBezTo>
                  <a:cubicBezTo>
                    <a:pt x="7459" y="74399"/>
                    <a:pt x="13555" y="75284"/>
                    <a:pt x="19524" y="75410"/>
                  </a:cubicBezTo>
                  <a:cubicBezTo>
                    <a:pt x="40098" y="75915"/>
                    <a:pt x="60164" y="69093"/>
                    <a:pt x="80865" y="66566"/>
                  </a:cubicBezTo>
                  <a:cubicBezTo>
                    <a:pt x="101693" y="64039"/>
                    <a:pt x="124553" y="65681"/>
                    <a:pt x="142206" y="58227"/>
                  </a:cubicBezTo>
                  <a:cubicBezTo>
                    <a:pt x="161891" y="49888"/>
                    <a:pt x="178020" y="25123"/>
                    <a:pt x="172940" y="12488"/>
                  </a:cubicBezTo>
                  <a:cubicBezTo>
                    <a:pt x="165828" y="-5074"/>
                    <a:pt x="127728" y="-1410"/>
                    <a:pt x="105884" y="7055"/>
                  </a:cubicBezTo>
                  <a:close/>
                </a:path>
              </a:pathLst>
            </a:custGeom>
            <a:solidFill>
              <a:srgbClr val="8A8377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28FFCB57-B384-28BB-34A8-1736B8AAB85D}"/>
                </a:ext>
              </a:extLst>
            </p:cNvPr>
            <p:cNvSpPr/>
            <p:nvPr/>
          </p:nvSpPr>
          <p:spPr>
            <a:xfrm>
              <a:off x="425918" y="880363"/>
              <a:ext cx="202576" cy="68319"/>
            </a:xfrm>
            <a:custGeom>
              <a:avLst/>
              <a:gdLst>
                <a:gd name="csX0" fmla="*/ 56808 w 202576"/>
                <a:gd name="csY0" fmla="*/ 57902 h 68319"/>
                <a:gd name="csX1" fmla="*/ 117514 w 202576"/>
                <a:gd name="csY1" fmla="*/ 67252 h 68319"/>
                <a:gd name="csX2" fmla="*/ 130341 w 202576"/>
                <a:gd name="csY2" fmla="*/ 68263 h 68319"/>
                <a:gd name="csX3" fmla="*/ 144819 w 202576"/>
                <a:gd name="csY3" fmla="*/ 65862 h 68319"/>
                <a:gd name="csX4" fmla="*/ 169330 w 202576"/>
                <a:gd name="csY4" fmla="*/ 62325 h 68319"/>
                <a:gd name="csX5" fmla="*/ 195111 w 202576"/>
                <a:gd name="csY5" fmla="*/ 49942 h 68319"/>
                <a:gd name="csX6" fmla="*/ 202223 w 202576"/>
                <a:gd name="csY6" fmla="*/ 34907 h 68319"/>
                <a:gd name="csX7" fmla="*/ 201588 w 202576"/>
                <a:gd name="csY7" fmla="*/ 29727 h 68319"/>
                <a:gd name="csX8" fmla="*/ 192571 w 202576"/>
                <a:gd name="csY8" fmla="*/ 25683 h 68319"/>
                <a:gd name="csX9" fmla="*/ 139739 w 202576"/>
                <a:gd name="csY9" fmla="*/ 13301 h 68319"/>
                <a:gd name="csX10" fmla="*/ 133897 w 202576"/>
                <a:gd name="csY10" fmla="*/ 6731 h 68319"/>
                <a:gd name="csX11" fmla="*/ 18073 w 202576"/>
                <a:gd name="csY11" fmla="*/ 14691 h 68319"/>
                <a:gd name="csX12" fmla="*/ 56935 w 202576"/>
                <a:gd name="csY12" fmla="*/ 58155 h 68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02576" h="68319">
                  <a:moveTo>
                    <a:pt x="56808" y="57902"/>
                  </a:moveTo>
                  <a:cubicBezTo>
                    <a:pt x="77001" y="61061"/>
                    <a:pt x="97321" y="64093"/>
                    <a:pt x="117514" y="67252"/>
                  </a:cubicBezTo>
                  <a:cubicBezTo>
                    <a:pt x="121451" y="67884"/>
                    <a:pt x="125642" y="68516"/>
                    <a:pt x="130341" y="68263"/>
                  </a:cubicBezTo>
                  <a:cubicBezTo>
                    <a:pt x="135294" y="68010"/>
                    <a:pt x="139993" y="66747"/>
                    <a:pt x="144819" y="65862"/>
                  </a:cubicBezTo>
                  <a:cubicBezTo>
                    <a:pt x="152820" y="64346"/>
                    <a:pt x="161456" y="63841"/>
                    <a:pt x="169330" y="62325"/>
                  </a:cubicBezTo>
                  <a:cubicBezTo>
                    <a:pt x="181395" y="59798"/>
                    <a:pt x="190285" y="54996"/>
                    <a:pt x="195111" y="49942"/>
                  </a:cubicBezTo>
                  <a:cubicBezTo>
                    <a:pt x="199937" y="44888"/>
                    <a:pt x="201080" y="39834"/>
                    <a:pt x="202223" y="34907"/>
                  </a:cubicBezTo>
                  <a:cubicBezTo>
                    <a:pt x="202604" y="33138"/>
                    <a:pt x="202985" y="31243"/>
                    <a:pt x="201588" y="29727"/>
                  </a:cubicBezTo>
                  <a:cubicBezTo>
                    <a:pt x="200064" y="27958"/>
                    <a:pt x="196381" y="26694"/>
                    <a:pt x="192571" y="25683"/>
                  </a:cubicBezTo>
                  <a:cubicBezTo>
                    <a:pt x="175045" y="21261"/>
                    <a:pt x="148883" y="20756"/>
                    <a:pt x="139739" y="13301"/>
                  </a:cubicBezTo>
                  <a:cubicBezTo>
                    <a:pt x="137199" y="11280"/>
                    <a:pt x="136310" y="8753"/>
                    <a:pt x="133897" y="6731"/>
                  </a:cubicBezTo>
                  <a:cubicBezTo>
                    <a:pt x="117387" y="-7167"/>
                    <a:pt x="42965" y="2941"/>
                    <a:pt x="18073" y="14691"/>
                  </a:cubicBezTo>
                  <a:cubicBezTo>
                    <a:pt x="-24853" y="34907"/>
                    <a:pt x="17057" y="51964"/>
                    <a:pt x="56935" y="58155"/>
                  </a:cubicBezTo>
                  <a:close/>
                </a:path>
              </a:pathLst>
            </a:custGeom>
            <a:solidFill>
              <a:srgbClr val="8A8377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B9D0C90-7428-5797-B294-69851F722610}"/>
                </a:ext>
              </a:extLst>
            </p:cNvPr>
            <p:cNvSpPr/>
            <p:nvPr/>
          </p:nvSpPr>
          <p:spPr>
            <a:xfrm>
              <a:off x="33146" y="436282"/>
              <a:ext cx="608837" cy="416192"/>
            </a:xfrm>
            <a:custGeom>
              <a:avLst/>
              <a:gdLst>
                <a:gd name="csX0" fmla="*/ 537083 w 608837"/>
                <a:gd name="csY0" fmla="*/ 31334 h 416192"/>
                <a:gd name="csX1" fmla="*/ 289052 w 608837"/>
                <a:gd name="csY1" fmla="*/ 193693 h 416192"/>
                <a:gd name="csX2" fmla="*/ 181102 w 608837"/>
                <a:gd name="csY2" fmla="*/ 220731 h 416192"/>
                <a:gd name="csX3" fmla="*/ 152146 w 608837"/>
                <a:gd name="csY3" fmla="*/ 221237 h 416192"/>
                <a:gd name="csX4" fmla="*/ 152146 w 608837"/>
                <a:gd name="csY4" fmla="*/ 221237 h 416192"/>
                <a:gd name="csX5" fmla="*/ 152146 w 608837"/>
                <a:gd name="csY5" fmla="*/ 221237 h 416192"/>
                <a:gd name="csX6" fmla="*/ 105283 w 608837"/>
                <a:gd name="csY6" fmla="*/ 231724 h 416192"/>
                <a:gd name="csX7" fmla="*/ 0 w 608837"/>
                <a:gd name="csY7" fmla="*/ 352892 h 416192"/>
                <a:gd name="csX8" fmla="*/ 55499 w 608837"/>
                <a:gd name="csY8" fmla="*/ 416193 h 416192"/>
                <a:gd name="csX9" fmla="*/ 78359 w 608837"/>
                <a:gd name="csY9" fmla="*/ 404821 h 416192"/>
                <a:gd name="csX10" fmla="*/ 121158 w 608837"/>
                <a:gd name="csY10" fmla="*/ 352892 h 416192"/>
                <a:gd name="csX11" fmla="*/ 220853 w 608837"/>
                <a:gd name="csY11" fmla="*/ 275819 h 416192"/>
                <a:gd name="csX12" fmla="*/ 608838 w 608837"/>
                <a:gd name="csY12" fmla="*/ 0 h 416192"/>
                <a:gd name="csX13" fmla="*/ 537083 w 608837"/>
                <a:gd name="csY13" fmla="*/ 31334 h 416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08837" h="416192">
                  <a:moveTo>
                    <a:pt x="537083" y="31334"/>
                  </a:moveTo>
                  <a:cubicBezTo>
                    <a:pt x="498221" y="73914"/>
                    <a:pt x="358902" y="165138"/>
                    <a:pt x="289052" y="193693"/>
                  </a:cubicBezTo>
                  <a:cubicBezTo>
                    <a:pt x="243205" y="212519"/>
                    <a:pt x="205232" y="218836"/>
                    <a:pt x="181102" y="220731"/>
                  </a:cubicBezTo>
                  <a:cubicBezTo>
                    <a:pt x="172466" y="219973"/>
                    <a:pt x="162814" y="220099"/>
                    <a:pt x="152146" y="221237"/>
                  </a:cubicBezTo>
                  <a:lnTo>
                    <a:pt x="152146" y="221237"/>
                  </a:lnTo>
                  <a:cubicBezTo>
                    <a:pt x="152146" y="221237"/>
                    <a:pt x="152146" y="221237"/>
                    <a:pt x="152146" y="221237"/>
                  </a:cubicBezTo>
                  <a:cubicBezTo>
                    <a:pt x="138049" y="222753"/>
                    <a:pt x="122428" y="226164"/>
                    <a:pt x="105283" y="231724"/>
                  </a:cubicBezTo>
                  <a:cubicBezTo>
                    <a:pt x="51181" y="249286"/>
                    <a:pt x="0" y="352892"/>
                    <a:pt x="0" y="352892"/>
                  </a:cubicBezTo>
                  <a:cubicBezTo>
                    <a:pt x="12827" y="385995"/>
                    <a:pt x="55499" y="416193"/>
                    <a:pt x="55499" y="416193"/>
                  </a:cubicBezTo>
                  <a:cubicBezTo>
                    <a:pt x="55499" y="416193"/>
                    <a:pt x="68326" y="411897"/>
                    <a:pt x="78359" y="404821"/>
                  </a:cubicBezTo>
                  <a:cubicBezTo>
                    <a:pt x="88392" y="397746"/>
                    <a:pt x="95504" y="376519"/>
                    <a:pt x="121158" y="352892"/>
                  </a:cubicBezTo>
                  <a:cubicBezTo>
                    <a:pt x="146812" y="329265"/>
                    <a:pt x="193802" y="317009"/>
                    <a:pt x="220853" y="275819"/>
                  </a:cubicBezTo>
                  <a:cubicBezTo>
                    <a:pt x="344297" y="220226"/>
                    <a:pt x="608838" y="0"/>
                    <a:pt x="608838" y="0"/>
                  </a:cubicBezTo>
                  <a:cubicBezTo>
                    <a:pt x="578358" y="3159"/>
                    <a:pt x="537083" y="31334"/>
                    <a:pt x="537083" y="31334"/>
                  </a:cubicBezTo>
                  <a:close/>
                </a:path>
              </a:pathLst>
            </a:custGeom>
            <a:solidFill>
              <a:srgbClr val="BDB3A2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44E34488-C5F9-EAA8-A788-84F4C683747D}"/>
                </a:ext>
              </a:extLst>
            </p:cNvPr>
            <p:cNvSpPr/>
            <p:nvPr/>
          </p:nvSpPr>
          <p:spPr>
            <a:xfrm>
              <a:off x="82813" y="756336"/>
              <a:ext cx="164947" cy="83071"/>
            </a:xfrm>
            <a:custGeom>
              <a:avLst/>
              <a:gdLst>
                <a:gd name="csX0" fmla="*/ 19675 w 164947"/>
                <a:gd name="csY0" fmla="*/ 72132 h 83071"/>
                <a:gd name="csX1" fmla="*/ 38344 w 164947"/>
                <a:gd name="csY1" fmla="*/ 76175 h 83071"/>
                <a:gd name="csX2" fmla="*/ 84826 w 164947"/>
                <a:gd name="csY2" fmla="*/ 81482 h 83071"/>
                <a:gd name="csX3" fmla="*/ 122926 w 164947"/>
                <a:gd name="csY3" fmla="*/ 80850 h 83071"/>
                <a:gd name="csX4" fmla="*/ 159502 w 164947"/>
                <a:gd name="csY4" fmla="*/ 56970 h 83071"/>
                <a:gd name="csX5" fmla="*/ 164836 w 164947"/>
                <a:gd name="csY5" fmla="*/ 49516 h 83071"/>
                <a:gd name="csX6" fmla="*/ 160391 w 164947"/>
                <a:gd name="csY6" fmla="*/ 39913 h 83071"/>
                <a:gd name="csX7" fmla="*/ 113528 w 164947"/>
                <a:gd name="csY7" fmla="*/ 29679 h 83071"/>
                <a:gd name="csX8" fmla="*/ 95494 w 164947"/>
                <a:gd name="csY8" fmla="*/ 11737 h 83071"/>
                <a:gd name="csX9" fmla="*/ 14341 w 164947"/>
                <a:gd name="csY9" fmla="*/ 14770 h 83071"/>
                <a:gd name="csX10" fmla="*/ 19675 w 164947"/>
                <a:gd name="csY10" fmla="*/ 72132 h 83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64947" h="83071">
                  <a:moveTo>
                    <a:pt x="19675" y="72132"/>
                  </a:moveTo>
                  <a:cubicBezTo>
                    <a:pt x="25517" y="74659"/>
                    <a:pt x="31994" y="75417"/>
                    <a:pt x="38344" y="76175"/>
                  </a:cubicBezTo>
                  <a:cubicBezTo>
                    <a:pt x="53838" y="77944"/>
                    <a:pt x="69332" y="79713"/>
                    <a:pt x="84826" y="81482"/>
                  </a:cubicBezTo>
                  <a:cubicBezTo>
                    <a:pt x="97526" y="82998"/>
                    <a:pt x="110734" y="84388"/>
                    <a:pt x="122926" y="80850"/>
                  </a:cubicBezTo>
                  <a:cubicBezTo>
                    <a:pt x="137023" y="76807"/>
                    <a:pt x="148580" y="66699"/>
                    <a:pt x="159502" y="56970"/>
                  </a:cubicBezTo>
                  <a:cubicBezTo>
                    <a:pt x="161788" y="54822"/>
                    <a:pt x="164201" y="52548"/>
                    <a:pt x="164836" y="49516"/>
                  </a:cubicBezTo>
                  <a:cubicBezTo>
                    <a:pt x="165471" y="45851"/>
                    <a:pt x="163312" y="42314"/>
                    <a:pt x="160391" y="39913"/>
                  </a:cubicBezTo>
                  <a:cubicBezTo>
                    <a:pt x="147945" y="29553"/>
                    <a:pt x="127752" y="37639"/>
                    <a:pt x="113528" y="29679"/>
                  </a:cubicBezTo>
                  <a:cubicBezTo>
                    <a:pt x="106035" y="25509"/>
                    <a:pt x="101717" y="17549"/>
                    <a:pt x="95494" y="11737"/>
                  </a:cubicBezTo>
                  <a:cubicBezTo>
                    <a:pt x="74412" y="-7973"/>
                    <a:pt x="36312" y="-13"/>
                    <a:pt x="14341" y="14770"/>
                  </a:cubicBezTo>
                  <a:cubicBezTo>
                    <a:pt x="-6360" y="28794"/>
                    <a:pt x="-4709" y="61519"/>
                    <a:pt x="19675" y="72132"/>
                  </a:cubicBezTo>
                  <a:close/>
                </a:path>
              </a:pathLst>
            </a:custGeom>
            <a:solidFill>
              <a:srgbClr val="8A8377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10752E63-03BE-FB2F-C2D8-17B730964CC1}"/>
                </a:ext>
              </a:extLst>
            </p:cNvPr>
            <p:cNvSpPr/>
            <p:nvPr/>
          </p:nvSpPr>
          <p:spPr>
            <a:xfrm>
              <a:off x="1115900" y="556313"/>
              <a:ext cx="111554" cy="104330"/>
            </a:xfrm>
            <a:custGeom>
              <a:avLst/>
              <a:gdLst>
                <a:gd name="csX0" fmla="*/ 7415 w 111554"/>
                <a:gd name="csY0" fmla="*/ 126 h 104330"/>
                <a:gd name="csX1" fmla="*/ 12749 w 111554"/>
                <a:gd name="csY1" fmla="*/ 60016 h 104330"/>
                <a:gd name="csX2" fmla="*/ 79551 w 111554"/>
                <a:gd name="csY2" fmla="*/ 102848 h 104330"/>
                <a:gd name="csX3" fmla="*/ 111555 w 111554"/>
                <a:gd name="csY3" fmla="*/ 101963 h 104330"/>
                <a:gd name="csX4" fmla="*/ 7415 w 111554"/>
                <a:gd name="csY4" fmla="*/ 0 h 104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1554" h="104330">
                  <a:moveTo>
                    <a:pt x="7415" y="126"/>
                  </a:moveTo>
                  <a:cubicBezTo>
                    <a:pt x="7415" y="126"/>
                    <a:pt x="-12397" y="34114"/>
                    <a:pt x="12749" y="60016"/>
                  </a:cubicBezTo>
                  <a:cubicBezTo>
                    <a:pt x="38022" y="86043"/>
                    <a:pt x="55167" y="98047"/>
                    <a:pt x="79551" y="102848"/>
                  </a:cubicBezTo>
                  <a:cubicBezTo>
                    <a:pt x="98601" y="106638"/>
                    <a:pt x="111555" y="101963"/>
                    <a:pt x="111555" y="101963"/>
                  </a:cubicBezTo>
                  <a:cubicBezTo>
                    <a:pt x="111555" y="101963"/>
                    <a:pt x="41578" y="47002"/>
                    <a:pt x="7415" y="0"/>
                  </a:cubicBezTo>
                  <a:close/>
                </a:path>
              </a:pathLst>
            </a:custGeom>
            <a:solidFill>
              <a:srgbClr val="BDB3A2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B507DC91-39F4-C076-EC0F-735D357BA700}"/>
                </a:ext>
              </a:extLst>
            </p:cNvPr>
            <p:cNvSpPr/>
            <p:nvPr/>
          </p:nvSpPr>
          <p:spPr>
            <a:xfrm>
              <a:off x="85047" y="757492"/>
              <a:ext cx="91823" cy="75556"/>
            </a:xfrm>
            <a:custGeom>
              <a:avLst/>
              <a:gdLst>
                <a:gd name="csX0" fmla="*/ 53510 w 91823"/>
                <a:gd name="csY0" fmla="*/ 221 h 75556"/>
                <a:gd name="csX1" fmla="*/ 85768 w 91823"/>
                <a:gd name="csY1" fmla="*/ 7802 h 75556"/>
                <a:gd name="csX2" fmla="*/ 91610 w 91823"/>
                <a:gd name="csY2" fmla="*/ 15888 h 75556"/>
                <a:gd name="csX3" fmla="*/ 20744 w 91823"/>
                <a:gd name="csY3" fmla="*/ 36736 h 75556"/>
                <a:gd name="csX4" fmla="*/ 60241 w 91823"/>
                <a:gd name="csY4" fmla="*/ 75398 h 75556"/>
                <a:gd name="csX5" fmla="*/ 53637 w 91823"/>
                <a:gd name="csY5" fmla="*/ 95 h 755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91823" h="75556">
                  <a:moveTo>
                    <a:pt x="53510" y="221"/>
                  </a:moveTo>
                  <a:cubicBezTo>
                    <a:pt x="64940" y="-537"/>
                    <a:pt x="76624" y="347"/>
                    <a:pt x="85768" y="7802"/>
                  </a:cubicBezTo>
                  <a:cubicBezTo>
                    <a:pt x="88181" y="9823"/>
                    <a:pt x="92880" y="12350"/>
                    <a:pt x="91610" y="15888"/>
                  </a:cubicBezTo>
                  <a:cubicBezTo>
                    <a:pt x="90467" y="18921"/>
                    <a:pt x="51097" y="5275"/>
                    <a:pt x="20744" y="36736"/>
                  </a:cubicBezTo>
                  <a:cubicBezTo>
                    <a:pt x="-5545" y="64027"/>
                    <a:pt x="52367" y="71482"/>
                    <a:pt x="60241" y="75398"/>
                  </a:cubicBezTo>
                  <a:cubicBezTo>
                    <a:pt x="-29167" y="79442"/>
                    <a:pt x="-8466" y="4517"/>
                    <a:pt x="53637" y="95"/>
                  </a:cubicBezTo>
                  <a:close/>
                </a:path>
              </a:pathLst>
            </a:custGeom>
            <a:solidFill>
              <a:srgbClr val="7D766B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0B64F3A2-95B8-4A95-2213-257688A99B98}"/>
                </a:ext>
              </a:extLst>
            </p:cNvPr>
            <p:cNvSpPr/>
            <p:nvPr/>
          </p:nvSpPr>
          <p:spPr>
            <a:xfrm>
              <a:off x="427689" y="881912"/>
              <a:ext cx="118016" cy="48266"/>
            </a:xfrm>
            <a:custGeom>
              <a:avLst/>
              <a:gdLst>
                <a:gd name="csX0" fmla="*/ 28240 w 118016"/>
                <a:gd name="csY0" fmla="*/ 45361 h 48266"/>
                <a:gd name="csX1" fmla="*/ 5761 w 118016"/>
                <a:gd name="csY1" fmla="*/ 19459 h 48266"/>
                <a:gd name="csX2" fmla="*/ 115489 w 118016"/>
                <a:gd name="csY2" fmla="*/ 2781 h 48266"/>
                <a:gd name="csX3" fmla="*/ 45766 w 118016"/>
                <a:gd name="csY3" fmla="*/ 48267 h 48266"/>
                <a:gd name="csX4" fmla="*/ 28240 w 118016"/>
                <a:gd name="csY4" fmla="*/ 45361 h 482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8016" h="48266">
                  <a:moveTo>
                    <a:pt x="28240" y="45361"/>
                  </a:moveTo>
                  <a:cubicBezTo>
                    <a:pt x="28240" y="45361"/>
                    <a:pt x="-15321" y="33863"/>
                    <a:pt x="5761" y="19459"/>
                  </a:cubicBezTo>
                  <a:cubicBezTo>
                    <a:pt x="26843" y="5055"/>
                    <a:pt x="91994" y="-5179"/>
                    <a:pt x="115489" y="2781"/>
                  </a:cubicBezTo>
                  <a:cubicBezTo>
                    <a:pt x="138984" y="10741"/>
                    <a:pt x="-10495" y="25019"/>
                    <a:pt x="45766" y="48267"/>
                  </a:cubicBezTo>
                  <a:lnTo>
                    <a:pt x="28240" y="45361"/>
                  </a:lnTo>
                  <a:close/>
                </a:path>
              </a:pathLst>
            </a:custGeom>
            <a:solidFill>
              <a:srgbClr val="7D766B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50777121-C682-928C-CE8A-687003E27911}"/>
                </a:ext>
              </a:extLst>
            </p:cNvPr>
            <p:cNvSpPr/>
            <p:nvPr/>
          </p:nvSpPr>
          <p:spPr>
            <a:xfrm>
              <a:off x="775688" y="892026"/>
              <a:ext cx="169134" cy="73510"/>
            </a:xfrm>
            <a:custGeom>
              <a:avLst/>
              <a:gdLst>
                <a:gd name="csX0" fmla="*/ 43080 w 169134"/>
                <a:gd name="csY0" fmla="*/ 24254 h 73510"/>
                <a:gd name="csX1" fmla="*/ 81053 w 169134"/>
                <a:gd name="csY1" fmla="*/ 16421 h 73510"/>
                <a:gd name="csX2" fmla="*/ 168810 w 169134"/>
                <a:gd name="csY2" fmla="*/ 21854 h 73510"/>
                <a:gd name="csX3" fmla="*/ 137060 w 169134"/>
                <a:gd name="csY3" fmla="*/ 13894 h 73510"/>
                <a:gd name="csX4" fmla="*/ 104802 w 169134"/>
                <a:gd name="csY4" fmla="*/ 17305 h 73510"/>
                <a:gd name="csX5" fmla="*/ 90070 w 169134"/>
                <a:gd name="csY5" fmla="*/ 24633 h 73510"/>
                <a:gd name="csX6" fmla="*/ 63273 w 169134"/>
                <a:gd name="csY6" fmla="*/ 31709 h 73510"/>
                <a:gd name="csX7" fmla="*/ 38254 w 169134"/>
                <a:gd name="csY7" fmla="*/ 43080 h 73510"/>
                <a:gd name="csX8" fmla="*/ 33047 w 169134"/>
                <a:gd name="csY8" fmla="*/ 52430 h 73510"/>
                <a:gd name="csX9" fmla="*/ 36984 w 169134"/>
                <a:gd name="csY9" fmla="*/ 61527 h 73510"/>
                <a:gd name="csX10" fmla="*/ 48287 w 169134"/>
                <a:gd name="csY10" fmla="*/ 70119 h 73510"/>
                <a:gd name="csX11" fmla="*/ 34571 w 169134"/>
                <a:gd name="csY11" fmla="*/ 71888 h 73510"/>
                <a:gd name="csX12" fmla="*/ 43207 w 169134"/>
                <a:gd name="csY12" fmla="*/ 24381 h 73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69134" h="73510">
                  <a:moveTo>
                    <a:pt x="43080" y="24254"/>
                  </a:moveTo>
                  <a:cubicBezTo>
                    <a:pt x="53240" y="23875"/>
                    <a:pt x="71655" y="20085"/>
                    <a:pt x="81053" y="16421"/>
                  </a:cubicBezTo>
                  <a:cubicBezTo>
                    <a:pt x="174525" y="-20094"/>
                    <a:pt x="169699" y="14652"/>
                    <a:pt x="168810" y="21854"/>
                  </a:cubicBezTo>
                  <a:cubicBezTo>
                    <a:pt x="158396" y="18569"/>
                    <a:pt x="147982" y="15283"/>
                    <a:pt x="137060" y="13894"/>
                  </a:cubicBezTo>
                  <a:cubicBezTo>
                    <a:pt x="126138" y="12504"/>
                    <a:pt x="114962" y="13009"/>
                    <a:pt x="104802" y="17305"/>
                  </a:cubicBezTo>
                  <a:cubicBezTo>
                    <a:pt x="99722" y="19453"/>
                    <a:pt x="95023" y="22485"/>
                    <a:pt x="90070" y="24633"/>
                  </a:cubicBezTo>
                  <a:cubicBezTo>
                    <a:pt x="81561" y="28297"/>
                    <a:pt x="72290" y="29687"/>
                    <a:pt x="63273" y="31709"/>
                  </a:cubicBezTo>
                  <a:cubicBezTo>
                    <a:pt x="54256" y="33730"/>
                    <a:pt x="44985" y="36763"/>
                    <a:pt x="38254" y="43080"/>
                  </a:cubicBezTo>
                  <a:cubicBezTo>
                    <a:pt x="35587" y="45607"/>
                    <a:pt x="33301" y="48766"/>
                    <a:pt x="33047" y="52430"/>
                  </a:cubicBezTo>
                  <a:cubicBezTo>
                    <a:pt x="32920" y="55841"/>
                    <a:pt x="34571" y="59126"/>
                    <a:pt x="36984" y="61527"/>
                  </a:cubicBezTo>
                  <a:cubicBezTo>
                    <a:pt x="39397" y="63928"/>
                    <a:pt x="45239" y="68476"/>
                    <a:pt x="48287" y="70119"/>
                  </a:cubicBezTo>
                  <a:cubicBezTo>
                    <a:pt x="44731" y="70624"/>
                    <a:pt x="38000" y="71256"/>
                    <a:pt x="34571" y="71888"/>
                  </a:cubicBezTo>
                  <a:cubicBezTo>
                    <a:pt x="-33247" y="83891"/>
                    <a:pt x="14759" y="25391"/>
                    <a:pt x="43207" y="24381"/>
                  </a:cubicBezTo>
                  <a:close/>
                </a:path>
              </a:pathLst>
            </a:custGeom>
            <a:solidFill>
              <a:srgbClr val="7D766B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0EFB5F93-CF11-6B4E-4443-530F8D3CC4F9}"/>
                </a:ext>
              </a:extLst>
            </p:cNvPr>
            <p:cNvSpPr/>
            <p:nvPr/>
          </p:nvSpPr>
          <p:spPr>
            <a:xfrm>
              <a:off x="27559" y="396906"/>
              <a:ext cx="1378204" cy="935314"/>
            </a:xfrm>
            <a:custGeom>
              <a:avLst/>
              <a:gdLst>
                <a:gd name="csX0" fmla="*/ 1377950 w 1378204"/>
                <a:gd name="csY0" fmla="*/ 354616 h 935314"/>
                <a:gd name="csX1" fmla="*/ 1091438 w 1378204"/>
                <a:gd name="csY1" fmla="*/ 143613 h 935314"/>
                <a:gd name="csX2" fmla="*/ 933958 w 1378204"/>
                <a:gd name="csY2" fmla="*/ 85872 h 935314"/>
                <a:gd name="csX3" fmla="*/ 847090 w 1378204"/>
                <a:gd name="csY3" fmla="*/ 64266 h 935314"/>
                <a:gd name="csX4" fmla="*/ 682371 w 1378204"/>
                <a:gd name="csY4" fmla="*/ 7157 h 935314"/>
                <a:gd name="csX5" fmla="*/ 517144 w 1378204"/>
                <a:gd name="csY5" fmla="*/ 85872 h 935314"/>
                <a:gd name="csX6" fmla="*/ 171450 w 1378204"/>
                <a:gd name="csY6" fmla="*/ 254674 h 935314"/>
                <a:gd name="csX7" fmla="*/ 0 w 1378204"/>
                <a:gd name="csY7" fmla="*/ 387719 h 935314"/>
                <a:gd name="csX8" fmla="*/ 0 w 1378204"/>
                <a:gd name="csY8" fmla="*/ 578253 h 935314"/>
                <a:gd name="csX9" fmla="*/ 688467 w 1378204"/>
                <a:gd name="csY9" fmla="*/ 935314 h 935314"/>
                <a:gd name="csX10" fmla="*/ 1378204 w 1378204"/>
                <a:gd name="csY10" fmla="*/ 578253 h 935314"/>
                <a:gd name="csX11" fmla="*/ 1378204 w 1378204"/>
                <a:gd name="csY11" fmla="*/ 354616 h 935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378204" h="935314">
                  <a:moveTo>
                    <a:pt x="1377950" y="354616"/>
                  </a:moveTo>
                  <a:cubicBezTo>
                    <a:pt x="1207008" y="277164"/>
                    <a:pt x="1162812" y="224097"/>
                    <a:pt x="1091438" y="143613"/>
                  </a:cubicBezTo>
                  <a:cubicBezTo>
                    <a:pt x="1051560" y="98633"/>
                    <a:pt x="987298" y="116196"/>
                    <a:pt x="933958" y="85872"/>
                  </a:cubicBezTo>
                  <a:cubicBezTo>
                    <a:pt x="880618" y="55548"/>
                    <a:pt x="899541" y="90168"/>
                    <a:pt x="847090" y="64266"/>
                  </a:cubicBezTo>
                  <a:cubicBezTo>
                    <a:pt x="730758" y="6778"/>
                    <a:pt x="766318" y="-11796"/>
                    <a:pt x="682371" y="7157"/>
                  </a:cubicBezTo>
                  <a:cubicBezTo>
                    <a:pt x="598424" y="26109"/>
                    <a:pt x="568452" y="43798"/>
                    <a:pt x="517144" y="85872"/>
                  </a:cubicBezTo>
                  <a:cubicBezTo>
                    <a:pt x="445516" y="144750"/>
                    <a:pt x="281940" y="262255"/>
                    <a:pt x="171450" y="254674"/>
                  </a:cubicBezTo>
                  <a:cubicBezTo>
                    <a:pt x="60833" y="247093"/>
                    <a:pt x="0" y="387719"/>
                    <a:pt x="0" y="387719"/>
                  </a:cubicBezTo>
                  <a:lnTo>
                    <a:pt x="0" y="578253"/>
                  </a:lnTo>
                  <a:lnTo>
                    <a:pt x="688467" y="935314"/>
                  </a:lnTo>
                  <a:lnTo>
                    <a:pt x="1378204" y="578253"/>
                  </a:lnTo>
                  <a:lnTo>
                    <a:pt x="1378204" y="354616"/>
                  </a:lnTo>
                  <a:close/>
                </a:path>
              </a:pathLst>
            </a:custGeom>
            <a:noFill/>
            <a:ln w="12700" cap="flat">
              <a:solidFill>
                <a:srgbClr val="7D766B"/>
              </a:solidFill>
              <a:prstDash val="solid"/>
              <a:miter/>
            </a:ln>
          </p:spPr>
          <p:txBody>
            <a:bodyPr/>
            <a:lstStyle/>
            <a:p>
              <a:endParaRPr lang="en-US" sz="16200" dirty="0"/>
            </a:p>
          </p:txBody>
        </p:sp>
      </p:grpSp>
      <p:grpSp>
        <p:nvGrpSpPr>
          <p:cNvPr id="110" name="Graphic 147">
            <a:extLst>
              <a:ext uri="{FF2B5EF4-FFF2-40B4-BE49-F238E27FC236}">
                <a16:creationId xmlns:a16="http://schemas.microsoft.com/office/drawing/2014/main" id="{5861A523-7217-9224-F2D5-1A5988982A3B}"/>
              </a:ext>
            </a:extLst>
          </p:cNvPr>
          <p:cNvGrpSpPr/>
          <p:nvPr/>
        </p:nvGrpSpPr>
        <p:grpSpPr>
          <a:xfrm>
            <a:off x="2997450" y="8385937"/>
            <a:ext cx="777986" cy="773993"/>
            <a:chOff x="463550" y="797765"/>
            <a:chExt cx="127000" cy="126348"/>
          </a:xfrm>
          <a:blipFill dpi="0" rotWithShape="1">
            <a:blip r:embed="rId5"/>
            <a:srcRect/>
            <a:tile tx="50800" ty="12700" sx="100000" sy="100000" flip="none" algn="tl"/>
          </a:blipFill>
        </p:grpSpPr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CF1CBCE-2C31-4F47-FDD5-1944280BC068}"/>
                </a:ext>
              </a:extLst>
            </p:cNvPr>
            <p:cNvSpPr/>
            <p:nvPr/>
          </p:nvSpPr>
          <p:spPr>
            <a:xfrm>
              <a:off x="463550" y="797765"/>
              <a:ext cx="127000" cy="126348"/>
            </a:xfrm>
            <a:prstGeom prst="ellipse">
              <a:avLst/>
            </a:prstGeom>
            <a:grpFill/>
            <a:ln w="6350" cap="flat">
              <a:solidFill>
                <a:srgbClr val="5F838F"/>
              </a:solidFill>
              <a:prstDash val="solid"/>
              <a:miter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/>
            <a:lstStyle/>
            <a:p>
              <a:endParaRPr lang="en-US" sz="16200" dirty="0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D56C1C5C-6815-E87C-3E08-78BB3C71B4A2}"/>
                </a:ext>
              </a:extLst>
            </p:cNvPr>
            <p:cNvSpPr/>
            <p:nvPr/>
          </p:nvSpPr>
          <p:spPr>
            <a:xfrm>
              <a:off x="511809" y="809642"/>
              <a:ext cx="74245" cy="108842"/>
            </a:xfrm>
            <a:custGeom>
              <a:avLst/>
              <a:gdLst>
                <a:gd name="csX0" fmla="*/ 127 w 74245"/>
                <a:gd name="csY0" fmla="*/ 107396 h 108842"/>
                <a:gd name="csX1" fmla="*/ 72898 w 74245"/>
                <a:gd name="csY1" fmla="*/ 60521 h 108842"/>
                <a:gd name="csX2" fmla="*/ 44831 w 74245"/>
                <a:gd name="csY2" fmla="*/ 0 h 108842"/>
                <a:gd name="csX3" fmla="*/ 0 w 74245"/>
                <a:gd name="csY3" fmla="*/ 107396 h 108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245" h="108842">
                  <a:moveTo>
                    <a:pt x="127" y="107396"/>
                  </a:moveTo>
                  <a:cubicBezTo>
                    <a:pt x="127" y="107396"/>
                    <a:pt x="57912" y="121674"/>
                    <a:pt x="72898" y="60521"/>
                  </a:cubicBezTo>
                  <a:cubicBezTo>
                    <a:pt x="81661" y="24891"/>
                    <a:pt x="44831" y="0"/>
                    <a:pt x="44831" y="0"/>
                  </a:cubicBezTo>
                  <a:cubicBezTo>
                    <a:pt x="44831" y="0"/>
                    <a:pt x="82804" y="90718"/>
                    <a:pt x="0" y="10739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4DA10852-F7A3-7018-DDCD-5E2D021A4B77}"/>
                </a:ext>
              </a:extLst>
            </p:cNvPr>
            <p:cNvSpPr/>
            <p:nvPr/>
          </p:nvSpPr>
          <p:spPr>
            <a:xfrm>
              <a:off x="480694" y="821164"/>
              <a:ext cx="22663" cy="23316"/>
            </a:xfrm>
            <a:custGeom>
              <a:avLst/>
              <a:gdLst>
                <a:gd name="csX0" fmla="*/ 0 w 22663"/>
                <a:gd name="csY0" fmla="*/ 22592 h 23316"/>
                <a:gd name="csX1" fmla="*/ 17145 w 22663"/>
                <a:gd name="csY1" fmla="*/ 355 h 23316"/>
                <a:gd name="csX2" fmla="*/ 17145 w 22663"/>
                <a:gd name="csY2" fmla="*/ 13874 h 23316"/>
                <a:gd name="csX3" fmla="*/ 0 w 22663"/>
                <a:gd name="csY3" fmla="*/ 22592 h 233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663" h="23316">
                  <a:moveTo>
                    <a:pt x="0" y="22592"/>
                  </a:moveTo>
                  <a:cubicBezTo>
                    <a:pt x="0" y="22592"/>
                    <a:pt x="7620" y="-3309"/>
                    <a:pt x="17145" y="355"/>
                  </a:cubicBezTo>
                  <a:cubicBezTo>
                    <a:pt x="26670" y="4019"/>
                    <a:pt x="21971" y="9958"/>
                    <a:pt x="17145" y="13874"/>
                  </a:cubicBezTo>
                  <a:cubicBezTo>
                    <a:pt x="12319" y="17791"/>
                    <a:pt x="6731" y="25751"/>
                    <a:pt x="0" y="22592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</p:grpSp>
      <p:grpSp>
        <p:nvGrpSpPr>
          <p:cNvPr id="114" name="Graphic 147">
            <a:extLst>
              <a:ext uri="{FF2B5EF4-FFF2-40B4-BE49-F238E27FC236}">
                <a16:creationId xmlns:a16="http://schemas.microsoft.com/office/drawing/2014/main" id="{D6A9EF7A-8230-305F-D708-6E8A67F21631}"/>
              </a:ext>
            </a:extLst>
          </p:cNvPr>
          <p:cNvGrpSpPr/>
          <p:nvPr/>
        </p:nvGrpSpPr>
        <p:grpSpPr>
          <a:xfrm>
            <a:off x="4225890" y="5492738"/>
            <a:ext cx="777986" cy="773993"/>
            <a:chOff x="664083" y="325474"/>
            <a:chExt cx="127000" cy="126348"/>
          </a:xfrm>
          <a:blipFill dpi="0" rotWithShape="1">
            <a:blip r:embed="rId3"/>
            <a:srcRect/>
            <a:tile tx="50800" ty="0" sx="100000" sy="100000" flip="none" algn="tl"/>
          </a:blipFill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430A6B90-0616-0AE8-066F-81BEAA25BBBC}"/>
                </a:ext>
              </a:extLst>
            </p:cNvPr>
            <p:cNvSpPr/>
            <p:nvPr/>
          </p:nvSpPr>
          <p:spPr>
            <a:xfrm>
              <a:off x="664083" y="325474"/>
              <a:ext cx="127000" cy="126348"/>
            </a:xfrm>
            <a:prstGeom prst="ellipse">
              <a:avLst/>
            </a:prstGeom>
            <a:grpFill/>
            <a:ln w="6350" cap="flat">
              <a:solidFill>
                <a:srgbClr val="67436B"/>
              </a:solidFill>
              <a:prstDash val="solid"/>
              <a:miter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958C1163-BC90-059D-D8B5-E83B77C77F10}"/>
                </a:ext>
              </a:extLst>
            </p:cNvPr>
            <p:cNvSpPr/>
            <p:nvPr/>
          </p:nvSpPr>
          <p:spPr>
            <a:xfrm>
              <a:off x="712343" y="337351"/>
              <a:ext cx="74245" cy="108842"/>
            </a:xfrm>
            <a:custGeom>
              <a:avLst/>
              <a:gdLst>
                <a:gd name="csX0" fmla="*/ 127 w 74245"/>
                <a:gd name="csY0" fmla="*/ 107396 h 108842"/>
                <a:gd name="csX1" fmla="*/ 72898 w 74245"/>
                <a:gd name="csY1" fmla="*/ 60521 h 108842"/>
                <a:gd name="csX2" fmla="*/ 44831 w 74245"/>
                <a:gd name="csY2" fmla="*/ 0 h 108842"/>
                <a:gd name="csX3" fmla="*/ 0 w 74245"/>
                <a:gd name="csY3" fmla="*/ 107396 h 108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245" h="108842">
                  <a:moveTo>
                    <a:pt x="127" y="107396"/>
                  </a:moveTo>
                  <a:cubicBezTo>
                    <a:pt x="127" y="107396"/>
                    <a:pt x="57912" y="121674"/>
                    <a:pt x="72898" y="60521"/>
                  </a:cubicBezTo>
                  <a:cubicBezTo>
                    <a:pt x="81661" y="24891"/>
                    <a:pt x="44831" y="0"/>
                    <a:pt x="44831" y="0"/>
                  </a:cubicBezTo>
                  <a:cubicBezTo>
                    <a:pt x="44831" y="0"/>
                    <a:pt x="82804" y="90718"/>
                    <a:pt x="0" y="10739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0D304AB9-DCF7-9671-6524-82430E35C0AB}"/>
                </a:ext>
              </a:extLst>
            </p:cNvPr>
            <p:cNvSpPr/>
            <p:nvPr/>
          </p:nvSpPr>
          <p:spPr>
            <a:xfrm>
              <a:off x="681227" y="348872"/>
              <a:ext cx="22663" cy="23316"/>
            </a:xfrm>
            <a:custGeom>
              <a:avLst/>
              <a:gdLst>
                <a:gd name="csX0" fmla="*/ 0 w 22663"/>
                <a:gd name="csY0" fmla="*/ 22592 h 23316"/>
                <a:gd name="csX1" fmla="*/ 17145 w 22663"/>
                <a:gd name="csY1" fmla="*/ 355 h 23316"/>
                <a:gd name="csX2" fmla="*/ 17145 w 22663"/>
                <a:gd name="csY2" fmla="*/ 13874 h 23316"/>
                <a:gd name="csX3" fmla="*/ 0 w 22663"/>
                <a:gd name="csY3" fmla="*/ 22592 h 233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663" h="23316">
                  <a:moveTo>
                    <a:pt x="0" y="22592"/>
                  </a:moveTo>
                  <a:cubicBezTo>
                    <a:pt x="0" y="22592"/>
                    <a:pt x="7620" y="-3309"/>
                    <a:pt x="17145" y="355"/>
                  </a:cubicBezTo>
                  <a:cubicBezTo>
                    <a:pt x="26670" y="4019"/>
                    <a:pt x="21971" y="9958"/>
                    <a:pt x="17145" y="13874"/>
                  </a:cubicBezTo>
                  <a:cubicBezTo>
                    <a:pt x="12319" y="17791"/>
                    <a:pt x="6731" y="25751"/>
                    <a:pt x="0" y="22592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6200"/>
            </a:p>
          </p:txBody>
        </p:sp>
      </p:grpSp>
      <p:sp>
        <p:nvSpPr>
          <p:cNvPr id="118" name="Freeform 117">
            <a:extLst>
              <a:ext uri="{FF2B5EF4-FFF2-40B4-BE49-F238E27FC236}">
                <a16:creationId xmlns:a16="http://schemas.microsoft.com/office/drawing/2014/main" id="{BB9426F4-A01A-E5E9-043F-5BCC3FB6C07E}"/>
              </a:ext>
            </a:extLst>
          </p:cNvPr>
          <p:cNvSpPr/>
          <p:nvPr/>
        </p:nvSpPr>
        <p:spPr>
          <a:xfrm>
            <a:off x="3386443" y="6040729"/>
            <a:ext cx="1013709" cy="2477564"/>
          </a:xfrm>
          <a:custGeom>
            <a:avLst/>
            <a:gdLst>
              <a:gd name="csX0" fmla="*/ 0 w 165480"/>
              <a:gd name="csY0" fmla="*/ 404442 h 404442"/>
              <a:gd name="csX1" fmla="*/ 165481 w 165480"/>
              <a:gd name="csY1" fmla="*/ 0 h 4044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5480" h="404442">
                <a:moveTo>
                  <a:pt x="0" y="404442"/>
                </a:moveTo>
                <a:cubicBezTo>
                  <a:pt x="0" y="404442"/>
                  <a:pt x="1016" y="177015"/>
                  <a:pt x="165481" y="0"/>
                </a:cubicBezTo>
              </a:path>
            </a:pathLst>
          </a:custGeom>
          <a:noFill/>
          <a:ln w="127000" cap="flat">
            <a:solidFill>
              <a:srgbClr val="2D6CDF"/>
            </a:solidFill>
            <a:prstDash val="solid"/>
            <a:miter/>
            <a:headEnd type="none" w="med" len="med"/>
            <a:tailEnd type="triangle" w="med" len="med"/>
          </a:ln>
          <a:scene3d>
            <a:camera prst="orthographicFront"/>
            <a:lightRig rig="threePt" dir="t"/>
          </a:scene3d>
          <a:sp3d>
            <a:bevelT w="88900" prst="angle"/>
          </a:sp3d>
        </p:spPr>
        <p:txBody>
          <a:bodyPr/>
          <a:lstStyle/>
          <a:p>
            <a:endParaRPr lang="en-US" sz="16200"/>
          </a:p>
        </p:txBody>
      </p:sp>
      <p:sp>
        <p:nvSpPr>
          <p:cNvPr id="121" name="Freeform 120">
            <a:extLst>
              <a:ext uri="{FF2B5EF4-FFF2-40B4-BE49-F238E27FC236}">
                <a16:creationId xmlns:a16="http://schemas.microsoft.com/office/drawing/2014/main" id="{D076DB45-7BF4-0DD3-D73C-C0E1BBBC1789}"/>
              </a:ext>
            </a:extLst>
          </p:cNvPr>
          <p:cNvSpPr/>
          <p:nvPr/>
        </p:nvSpPr>
        <p:spPr>
          <a:xfrm>
            <a:off x="15784026" y="8407353"/>
            <a:ext cx="1043273" cy="602076"/>
          </a:xfrm>
          <a:custGeom>
            <a:avLst/>
            <a:gdLst>
              <a:gd name="csX0" fmla="*/ 10377 w 148578"/>
              <a:gd name="csY0" fmla="*/ 75009 h 76754"/>
              <a:gd name="csX1" fmla="*/ 62447 w 148578"/>
              <a:gd name="csY1" fmla="*/ 69071 h 76754"/>
              <a:gd name="csX2" fmla="*/ 85434 w 148578"/>
              <a:gd name="csY2" fmla="*/ 61869 h 76754"/>
              <a:gd name="csX3" fmla="*/ 104992 w 148578"/>
              <a:gd name="csY3" fmla="*/ 55552 h 76754"/>
              <a:gd name="csX4" fmla="*/ 133186 w 148578"/>
              <a:gd name="csY4" fmla="*/ 44433 h 76754"/>
              <a:gd name="csX5" fmla="*/ 148553 w 148578"/>
              <a:gd name="csY5" fmla="*/ 29018 h 76754"/>
              <a:gd name="csX6" fmla="*/ 143854 w 148578"/>
              <a:gd name="csY6" fmla="*/ 16636 h 76754"/>
              <a:gd name="csX7" fmla="*/ 137631 w 148578"/>
              <a:gd name="csY7" fmla="*/ 1095 h 76754"/>
              <a:gd name="csX8" fmla="*/ 107659 w 148578"/>
              <a:gd name="csY8" fmla="*/ 5391 h 76754"/>
              <a:gd name="csX9" fmla="*/ 81243 w 148578"/>
              <a:gd name="csY9" fmla="*/ 18784 h 76754"/>
              <a:gd name="csX10" fmla="*/ 46953 w 148578"/>
              <a:gd name="csY10" fmla="*/ 30282 h 76754"/>
              <a:gd name="csX11" fmla="*/ 10504 w 148578"/>
              <a:gd name="csY11" fmla="*/ 74883 h 767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8578" h="76754">
                <a:moveTo>
                  <a:pt x="10377" y="75009"/>
                </a:moveTo>
                <a:cubicBezTo>
                  <a:pt x="23204" y="79558"/>
                  <a:pt x="44794" y="74378"/>
                  <a:pt x="62447" y="69071"/>
                </a:cubicBezTo>
                <a:cubicBezTo>
                  <a:pt x="70194" y="66670"/>
                  <a:pt x="77814" y="64270"/>
                  <a:pt x="85434" y="61869"/>
                </a:cubicBezTo>
                <a:cubicBezTo>
                  <a:pt x="91911" y="59847"/>
                  <a:pt x="98515" y="57699"/>
                  <a:pt x="104992" y="55552"/>
                </a:cubicBezTo>
                <a:cubicBezTo>
                  <a:pt x="114898" y="52266"/>
                  <a:pt x="124804" y="48981"/>
                  <a:pt x="133186" y="44433"/>
                </a:cubicBezTo>
                <a:cubicBezTo>
                  <a:pt x="141568" y="39884"/>
                  <a:pt x="148045" y="34325"/>
                  <a:pt x="148553" y="29018"/>
                </a:cubicBezTo>
                <a:cubicBezTo>
                  <a:pt x="148934" y="24470"/>
                  <a:pt x="144870" y="20932"/>
                  <a:pt x="143854" y="16636"/>
                </a:cubicBezTo>
                <a:cubicBezTo>
                  <a:pt x="142457" y="11203"/>
                  <a:pt x="145505" y="4001"/>
                  <a:pt x="137631" y="1095"/>
                </a:cubicBezTo>
                <a:cubicBezTo>
                  <a:pt x="130138" y="-1684"/>
                  <a:pt x="116930" y="1222"/>
                  <a:pt x="107659" y="5391"/>
                </a:cubicBezTo>
                <a:cubicBezTo>
                  <a:pt x="98388" y="9561"/>
                  <a:pt x="90895" y="14867"/>
                  <a:pt x="81243" y="18784"/>
                </a:cubicBezTo>
                <a:cubicBezTo>
                  <a:pt x="70321" y="23206"/>
                  <a:pt x="57367" y="25481"/>
                  <a:pt x="46953" y="30282"/>
                </a:cubicBezTo>
                <a:cubicBezTo>
                  <a:pt x="22061" y="41527"/>
                  <a:pt x="-19595" y="64270"/>
                  <a:pt x="10504" y="74883"/>
                </a:cubicBezTo>
                <a:close/>
              </a:path>
            </a:pathLst>
          </a:custGeom>
          <a:solidFill>
            <a:srgbClr val="8A8377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US" sz="16200"/>
          </a:p>
        </p:txBody>
      </p:sp>
      <p:sp>
        <p:nvSpPr>
          <p:cNvPr id="122" name="Freeform 121">
            <a:extLst>
              <a:ext uri="{FF2B5EF4-FFF2-40B4-BE49-F238E27FC236}">
                <a16:creationId xmlns:a16="http://schemas.microsoft.com/office/drawing/2014/main" id="{0A4CCFF7-DF4E-D332-1C11-E86EC1AD2CA9}"/>
              </a:ext>
            </a:extLst>
          </p:cNvPr>
          <p:cNvSpPr/>
          <p:nvPr/>
        </p:nvSpPr>
        <p:spPr>
          <a:xfrm>
            <a:off x="15735644" y="8407360"/>
            <a:ext cx="1043273" cy="592642"/>
          </a:xfrm>
          <a:custGeom>
            <a:avLst/>
            <a:gdLst>
              <a:gd name="csX0" fmla="*/ 815 w 138863"/>
              <a:gd name="csY0" fmla="*/ 59785 h 73635"/>
              <a:gd name="csX1" fmla="*/ 55679 w 138863"/>
              <a:gd name="csY1" fmla="*/ 26682 h 73635"/>
              <a:gd name="csX2" fmla="*/ 95557 w 138863"/>
              <a:gd name="csY2" fmla="*/ 10888 h 73635"/>
              <a:gd name="csX3" fmla="*/ 121973 w 138863"/>
              <a:gd name="csY3" fmla="*/ 528 h 73635"/>
              <a:gd name="csX4" fmla="*/ 138864 w 138863"/>
              <a:gd name="csY4" fmla="*/ 4950 h 73635"/>
              <a:gd name="csX5" fmla="*/ 138864 w 138863"/>
              <a:gd name="csY5" fmla="*/ 11899 h 73635"/>
              <a:gd name="csX6" fmla="*/ 30152 w 138863"/>
              <a:gd name="csY6" fmla="*/ 48793 h 73635"/>
              <a:gd name="csX7" fmla="*/ 28120 w 138863"/>
              <a:gd name="csY7" fmla="*/ 73304 h 73635"/>
              <a:gd name="csX8" fmla="*/ 942 w 138863"/>
              <a:gd name="csY8" fmla="*/ 59911 h 736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8863" h="73635">
                <a:moveTo>
                  <a:pt x="815" y="59785"/>
                </a:moveTo>
                <a:cubicBezTo>
                  <a:pt x="815" y="59785"/>
                  <a:pt x="10340" y="42223"/>
                  <a:pt x="55679" y="26682"/>
                </a:cubicBezTo>
                <a:cubicBezTo>
                  <a:pt x="55679" y="26682"/>
                  <a:pt x="84635" y="18343"/>
                  <a:pt x="95557" y="10888"/>
                </a:cubicBezTo>
                <a:cubicBezTo>
                  <a:pt x="95557" y="10888"/>
                  <a:pt x="108129" y="1412"/>
                  <a:pt x="121973" y="528"/>
                </a:cubicBezTo>
                <a:cubicBezTo>
                  <a:pt x="121973" y="528"/>
                  <a:pt x="136070" y="-2252"/>
                  <a:pt x="138864" y="4950"/>
                </a:cubicBezTo>
                <a:cubicBezTo>
                  <a:pt x="138864" y="4950"/>
                  <a:pt x="137848" y="9119"/>
                  <a:pt x="138864" y="11899"/>
                </a:cubicBezTo>
                <a:cubicBezTo>
                  <a:pt x="138864" y="11899"/>
                  <a:pt x="38407" y="36916"/>
                  <a:pt x="30152" y="48793"/>
                </a:cubicBezTo>
                <a:cubicBezTo>
                  <a:pt x="30152" y="48793"/>
                  <a:pt x="11736" y="68124"/>
                  <a:pt x="28120" y="73304"/>
                </a:cubicBezTo>
                <a:cubicBezTo>
                  <a:pt x="28120" y="73304"/>
                  <a:pt x="-6043" y="76969"/>
                  <a:pt x="942" y="59911"/>
                </a:cubicBezTo>
                <a:close/>
              </a:path>
            </a:pathLst>
          </a:custGeom>
          <a:solidFill>
            <a:srgbClr val="868686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US" sz="16200"/>
          </a:p>
        </p:txBody>
      </p:sp>
      <p:sp>
        <p:nvSpPr>
          <p:cNvPr id="123" name="Freeform 122">
            <a:extLst>
              <a:ext uri="{FF2B5EF4-FFF2-40B4-BE49-F238E27FC236}">
                <a16:creationId xmlns:a16="http://schemas.microsoft.com/office/drawing/2014/main" id="{00A09948-BFBB-38A0-CE5E-8FC40A83CDC5}"/>
              </a:ext>
            </a:extLst>
          </p:cNvPr>
          <p:cNvSpPr/>
          <p:nvPr/>
        </p:nvSpPr>
        <p:spPr>
          <a:xfrm>
            <a:off x="6684404" y="8407353"/>
            <a:ext cx="1043273" cy="602076"/>
          </a:xfrm>
          <a:custGeom>
            <a:avLst/>
            <a:gdLst>
              <a:gd name="csX0" fmla="*/ 10377 w 148578"/>
              <a:gd name="csY0" fmla="*/ 75009 h 76754"/>
              <a:gd name="csX1" fmla="*/ 62447 w 148578"/>
              <a:gd name="csY1" fmla="*/ 69071 h 76754"/>
              <a:gd name="csX2" fmla="*/ 85434 w 148578"/>
              <a:gd name="csY2" fmla="*/ 61869 h 76754"/>
              <a:gd name="csX3" fmla="*/ 104992 w 148578"/>
              <a:gd name="csY3" fmla="*/ 55552 h 76754"/>
              <a:gd name="csX4" fmla="*/ 133186 w 148578"/>
              <a:gd name="csY4" fmla="*/ 44433 h 76754"/>
              <a:gd name="csX5" fmla="*/ 148553 w 148578"/>
              <a:gd name="csY5" fmla="*/ 29018 h 76754"/>
              <a:gd name="csX6" fmla="*/ 143854 w 148578"/>
              <a:gd name="csY6" fmla="*/ 16636 h 76754"/>
              <a:gd name="csX7" fmla="*/ 137631 w 148578"/>
              <a:gd name="csY7" fmla="*/ 1095 h 76754"/>
              <a:gd name="csX8" fmla="*/ 107659 w 148578"/>
              <a:gd name="csY8" fmla="*/ 5391 h 76754"/>
              <a:gd name="csX9" fmla="*/ 81243 w 148578"/>
              <a:gd name="csY9" fmla="*/ 18784 h 76754"/>
              <a:gd name="csX10" fmla="*/ 46953 w 148578"/>
              <a:gd name="csY10" fmla="*/ 30282 h 76754"/>
              <a:gd name="csX11" fmla="*/ 10504 w 148578"/>
              <a:gd name="csY11" fmla="*/ 74883 h 767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8578" h="76754">
                <a:moveTo>
                  <a:pt x="10377" y="75009"/>
                </a:moveTo>
                <a:cubicBezTo>
                  <a:pt x="23204" y="79558"/>
                  <a:pt x="44794" y="74378"/>
                  <a:pt x="62447" y="69071"/>
                </a:cubicBezTo>
                <a:cubicBezTo>
                  <a:pt x="70194" y="66670"/>
                  <a:pt x="77814" y="64270"/>
                  <a:pt x="85434" y="61869"/>
                </a:cubicBezTo>
                <a:cubicBezTo>
                  <a:pt x="91911" y="59847"/>
                  <a:pt x="98515" y="57699"/>
                  <a:pt x="104992" y="55552"/>
                </a:cubicBezTo>
                <a:cubicBezTo>
                  <a:pt x="114898" y="52266"/>
                  <a:pt x="124804" y="48981"/>
                  <a:pt x="133186" y="44433"/>
                </a:cubicBezTo>
                <a:cubicBezTo>
                  <a:pt x="141568" y="39884"/>
                  <a:pt x="148045" y="34325"/>
                  <a:pt x="148553" y="29018"/>
                </a:cubicBezTo>
                <a:cubicBezTo>
                  <a:pt x="148934" y="24470"/>
                  <a:pt x="144870" y="20932"/>
                  <a:pt x="143854" y="16636"/>
                </a:cubicBezTo>
                <a:cubicBezTo>
                  <a:pt x="142457" y="11203"/>
                  <a:pt x="145505" y="4001"/>
                  <a:pt x="137631" y="1095"/>
                </a:cubicBezTo>
                <a:cubicBezTo>
                  <a:pt x="130138" y="-1684"/>
                  <a:pt x="116930" y="1222"/>
                  <a:pt x="107659" y="5391"/>
                </a:cubicBezTo>
                <a:cubicBezTo>
                  <a:pt x="98388" y="9561"/>
                  <a:pt x="90895" y="14867"/>
                  <a:pt x="81243" y="18784"/>
                </a:cubicBezTo>
                <a:cubicBezTo>
                  <a:pt x="70321" y="23206"/>
                  <a:pt x="57367" y="25481"/>
                  <a:pt x="46953" y="30282"/>
                </a:cubicBezTo>
                <a:cubicBezTo>
                  <a:pt x="22061" y="41527"/>
                  <a:pt x="-19595" y="64270"/>
                  <a:pt x="10504" y="74883"/>
                </a:cubicBezTo>
                <a:close/>
              </a:path>
            </a:pathLst>
          </a:custGeom>
          <a:solidFill>
            <a:srgbClr val="8A8377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US" sz="16200"/>
          </a:p>
        </p:txBody>
      </p:sp>
      <p:sp>
        <p:nvSpPr>
          <p:cNvPr id="124" name="Freeform 123">
            <a:extLst>
              <a:ext uri="{FF2B5EF4-FFF2-40B4-BE49-F238E27FC236}">
                <a16:creationId xmlns:a16="http://schemas.microsoft.com/office/drawing/2014/main" id="{7C6D43AA-CBE5-6AE1-D275-4CF8E510A992}"/>
              </a:ext>
            </a:extLst>
          </p:cNvPr>
          <p:cNvSpPr/>
          <p:nvPr/>
        </p:nvSpPr>
        <p:spPr>
          <a:xfrm>
            <a:off x="6636022" y="8407360"/>
            <a:ext cx="1043273" cy="592642"/>
          </a:xfrm>
          <a:custGeom>
            <a:avLst/>
            <a:gdLst>
              <a:gd name="csX0" fmla="*/ 815 w 138863"/>
              <a:gd name="csY0" fmla="*/ 59785 h 73635"/>
              <a:gd name="csX1" fmla="*/ 55679 w 138863"/>
              <a:gd name="csY1" fmla="*/ 26682 h 73635"/>
              <a:gd name="csX2" fmla="*/ 95557 w 138863"/>
              <a:gd name="csY2" fmla="*/ 10888 h 73635"/>
              <a:gd name="csX3" fmla="*/ 121973 w 138863"/>
              <a:gd name="csY3" fmla="*/ 528 h 73635"/>
              <a:gd name="csX4" fmla="*/ 138864 w 138863"/>
              <a:gd name="csY4" fmla="*/ 4950 h 73635"/>
              <a:gd name="csX5" fmla="*/ 138864 w 138863"/>
              <a:gd name="csY5" fmla="*/ 11899 h 73635"/>
              <a:gd name="csX6" fmla="*/ 30152 w 138863"/>
              <a:gd name="csY6" fmla="*/ 48793 h 73635"/>
              <a:gd name="csX7" fmla="*/ 28120 w 138863"/>
              <a:gd name="csY7" fmla="*/ 73304 h 73635"/>
              <a:gd name="csX8" fmla="*/ 942 w 138863"/>
              <a:gd name="csY8" fmla="*/ 59911 h 736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8863" h="73635">
                <a:moveTo>
                  <a:pt x="815" y="59785"/>
                </a:moveTo>
                <a:cubicBezTo>
                  <a:pt x="815" y="59785"/>
                  <a:pt x="10340" y="42223"/>
                  <a:pt x="55679" y="26682"/>
                </a:cubicBezTo>
                <a:cubicBezTo>
                  <a:pt x="55679" y="26682"/>
                  <a:pt x="84635" y="18343"/>
                  <a:pt x="95557" y="10888"/>
                </a:cubicBezTo>
                <a:cubicBezTo>
                  <a:pt x="95557" y="10888"/>
                  <a:pt x="108129" y="1412"/>
                  <a:pt x="121973" y="528"/>
                </a:cubicBezTo>
                <a:cubicBezTo>
                  <a:pt x="121973" y="528"/>
                  <a:pt x="136070" y="-2252"/>
                  <a:pt x="138864" y="4950"/>
                </a:cubicBezTo>
                <a:cubicBezTo>
                  <a:pt x="138864" y="4950"/>
                  <a:pt x="137848" y="9119"/>
                  <a:pt x="138864" y="11899"/>
                </a:cubicBezTo>
                <a:cubicBezTo>
                  <a:pt x="138864" y="11899"/>
                  <a:pt x="38407" y="36916"/>
                  <a:pt x="30152" y="48793"/>
                </a:cubicBezTo>
                <a:cubicBezTo>
                  <a:pt x="30152" y="48793"/>
                  <a:pt x="11736" y="68124"/>
                  <a:pt x="28120" y="73304"/>
                </a:cubicBezTo>
                <a:cubicBezTo>
                  <a:pt x="28120" y="73304"/>
                  <a:pt x="-6043" y="76969"/>
                  <a:pt x="942" y="59911"/>
                </a:cubicBezTo>
                <a:close/>
              </a:path>
            </a:pathLst>
          </a:custGeom>
          <a:solidFill>
            <a:srgbClr val="868686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US" sz="16200"/>
          </a:p>
        </p:txBody>
      </p:sp>
      <p:sp>
        <p:nvSpPr>
          <p:cNvPr id="248" name="Freeform 247">
            <a:extLst>
              <a:ext uri="{FF2B5EF4-FFF2-40B4-BE49-F238E27FC236}">
                <a16:creationId xmlns:a16="http://schemas.microsoft.com/office/drawing/2014/main" id="{549AFA83-A4CC-0F71-D462-B5C3B2C79E86}"/>
              </a:ext>
            </a:extLst>
          </p:cNvPr>
          <p:cNvSpPr/>
          <p:nvPr/>
        </p:nvSpPr>
        <p:spPr>
          <a:xfrm>
            <a:off x="4537546" y="8129547"/>
            <a:ext cx="4225238" cy="3509300"/>
          </a:xfrm>
          <a:custGeom>
            <a:avLst/>
            <a:gdLst>
              <a:gd name="csX0" fmla="*/ 689737 w 689736"/>
              <a:gd name="csY0" fmla="*/ 203548 h 572865"/>
              <a:gd name="csX1" fmla="*/ 689737 w 689736"/>
              <a:gd name="csY1" fmla="*/ 0 h 572865"/>
              <a:gd name="csX2" fmla="*/ 0 w 689736"/>
              <a:gd name="csY2" fmla="*/ 263058 h 572865"/>
              <a:gd name="csX3" fmla="*/ 0 w 689736"/>
              <a:gd name="csY3" fmla="*/ 572865 h 572865"/>
              <a:gd name="csX4" fmla="*/ 689737 w 689736"/>
              <a:gd name="csY4" fmla="*/ 215804 h 572865"/>
              <a:gd name="csX5" fmla="*/ 689737 w 689736"/>
              <a:gd name="csY5" fmla="*/ 203548 h 572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89736" h="572865">
                <a:moveTo>
                  <a:pt x="689737" y="203548"/>
                </a:moveTo>
                <a:lnTo>
                  <a:pt x="689737" y="0"/>
                </a:lnTo>
                <a:cubicBezTo>
                  <a:pt x="689737" y="0"/>
                  <a:pt x="403860" y="242337"/>
                  <a:pt x="0" y="263058"/>
                </a:cubicBezTo>
                <a:lnTo>
                  <a:pt x="0" y="572865"/>
                </a:lnTo>
                <a:lnTo>
                  <a:pt x="689737" y="215804"/>
                </a:lnTo>
                <a:lnTo>
                  <a:pt x="689737" y="203548"/>
                </a:lnTo>
                <a:close/>
              </a:path>
            </a:pathLst>
          </a:custGeom>
          <a:solidFill>
            <a:srgbClr val="948C80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US" sz="16200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687271DD-11D1-9C22-58A3-E5B9E2116C4D}"/>
              </a:ext>
            </a:extLst>
          </p:cNvPr>
          <p:cNvSpPr txBox="1"/>
          <p:nvPr/>
        </p:nvSpPr>
        <p:spPr>
          <a:xfrm>
            <a:off x="310896" y="2126835"/>
            <a:ext cx="35954208" cy="2754600"/>
          </a:xfrm>
          <a:prstGeom prst="rect">
            <a:avLst/>
          </a:prstGeom>
          <a:noFill/>
          <a:ln w="12700">
            <a:noFill/>
          </a:ln>
        </p:spPr>
        <p:txBody>
          <a:bodyPr wrap="square" lIns="164592" tIns="91440" rIns="164592" bIns="91440">
            <a:spAutoFit/>
          </a:bodyPr>
          <a:lstStyle/>
          <a:p>
            <a:pPr algn="ctr"/>
            <a:r>
              <a:rPr lang="en-US" sz="6400" b="1">
                <a:solidFill>
                  <a:srgbClr val="1F2937"/>
                </a:solidFill>
                <a:latin typeface="Calibri"/>
              </a:rPr>
              <a:t>I</a:t>
            </a:r>
            <a:r>
              <a:rPr lang="en-US" sz="6400" b="1" i="0">
                <a:solidFill>
                  <a:srgbClr val="1F2937"/>
                </a:solidFill>
                <a:latin typeface="Calibri"/>
              </a:rPr>
              <a:t>nverse-intervention </a:t>
            </a:r>
            <a:r>
              <a:rPr lang="en-US" sz="6400" b="1" i="0" dirty="0">
                <a:solidFill>
                  <a:srgbClr val="1F2937"/>
                </a:solidFill>
                <a:latin typeface="Calibri"/>
              </a:rPr>
              <a:t>problem</a:t>
            </a:r>
          </a:p>
          <a:p>
            <a:pPr algn="ctr">
              <a:spcBef>
                <a:spcPts val="1800"/>
              </a:spcBef>
            </a:pPr>
            <a:r>
              <a:rPr sz="8800" b="0" i="1" dirty="0">
                <a:solidFill>
                  <a:srgbClr val="1F2937"/>
                </a:solidFill>
                <a:latin typeface="Cambria"/>
              </a:rPr>
              <a:t>u</a:t>
            </a:r>
            <a:r>
              <a:rPr sz="8800" b="0" i="0" baseline="30000" dirty="0">
                <a:solidFill>
                  <a:srgbClr val="1F2937"/>
                </a:solidFill>
                <a:latin typeface="Cambria"/>
              </a:rPr>
              <a:t>*</a:t>
            </a:r>
            <a:r>
              <a:rPr sz="8800" b="0" i="0" dirty="0">
                <a:solidFill>
                  <a:srgbClr val="1F2937"/>
                </a:solidFill>
                <a:latin typeface="Cambria"/>
              </a:rPr>
              <a:t>  =  </a:t>
            </a:r>
            <a:r>
              <a:rPr sz="8800" b="0" i="0" dirty="0" err="1">
                <a:solidFill>
                  <a:srgbClr val="1F2937"/>
                </a:solidFill>
                <a:latin typeface="Cambria"/>
              </a:rPr>
              <a:t>arg</a:t>
            </a:r>
            <a:r>
              <a:rPr sz="8800" b="0" i="0" dirty="0">
                <a:solidFill>
                  <a:srgbClr val="1F2937"/>
                </a:solidFill>
                <a:latin typeface="Cambria"/>
              </a:rPr>
              <a:t> min  </a:t>
            </a:r>
            <a:r>
              <a:rPr sz="8800" b="0" i="0" baseline="-25000" dirty="0">
                <a:solidFill>
                  <a:srgbClr val="1F2937"/>
                </a:solidFill>
                <a:latin typeface="Cambria"/>
              </a:rPr>
              <a:t>u∈𝒰</a:t>
            </a:r>
            <a:r>
              <a:rPr sz="8800" b="0" i="0" dirty="0">
                <a:solidFill>
                  <a:srgbClr val="1F2937"/>
                </a:solidFill>
                <a:latin typeface="Cambria"/>
              </a:rPr>
              <a:t>  [  </a:t>
            </a:r>
            <a:r>
              <a:rPr sz="8800" b="0" i="1" dirty="0">
                <a:solidFill>
                  <a:srgbClr val="1F2937"/>
                </a:solidFill>
                <a:latin typeface="Cambria"/>
              </a:rPr>
              <a:t>D</a:t>
            </a:r>
            <a:r>
              <a:rPr sz="8800" b="0" i="0" dirty="0">
                <a:solidFill>
                  <a:srgbClr val="1F2937"/>
                </a:solidFill>
                <a:latin typeface="Cambria"/>
              </a:rPr>
              <a:t>(</a:t>
            </a:r>
            <a:r>
              <a:rPr sz="8800" b="0" i="1" dirty="0">
                <a:solidFill>
                  <a:srgbClr val="1F2937"/>
                </a:solidFill>
                <a:latin typeface="Cambria"/>
              </a:rPr>
              <a:t>F</a:t>
            </a:r>
            <a:r>
              <a:rPr sz="8800" b="0" i="0" dirty="0">
                <a:solidFill>
                  <a:srgbClr val="1F2937"/>
                </a:solidFill>
                <a:latin typeface="Cambria"/>
              </a:rPr>
              <a:t>(</a:t>
            </a:r>
            <a:r>
              <a:rPr sz="8800" b="0" i="1" dirty="0">
                <a:solidFill>
                  <a:srgbClr val="1F2937"/>
                </a:solidFill>
                <a:latin typeface="Cambria"/>
              </a:rPr>
              <a:t>P</a:t>
            </a:r>
            <a:r>
              <a:rPr sz="8800" b="0" i="1" baseline="-25000" dirty="0">
                <a:solidFill>
                  <a:srgbClr val="1F2937"/>
                </a:solidFill>
                <a:latin typeface="Cambria"/>
              </a:rPr>
              <a:t>S</a:t>
            </a:r>
            <a:r>
              <a:rPr sz="8800" b="0" i="0" dirty="0">
                <a:solidFill>
                  <a:srgbClr val="1F2937"/>
                </a:solidFill>
                <a:latin typeface="Cambria"/>
              </a:rPr>
              <a:t>, </a:t>
            </a:r>
            <a:r>
              <a:rPr sz="8800" b="0" i="1" dirty="0">
                <a:solidFill>
                  <a:srgbClr val="1F2937"/>
                </a:solidFill>
                <a:latin typeface="Cambria"/>
              </a:rPr>
              <a:t>u</a:t>
            </a:r>
            <a:r>
              <a:rPr sz="8800" b="0" i="0" dirty="0">
                <a:solidFill>
                  <a:srgbClr val="1F2937"/>
                </a:solidFill>
                <a:latin typeface="Cambria"/>
              </a:rPr>
              <a:t>), </a:t>
            </a:r>
            <a:r>
              <a:rPr sz="8800" b="0" i="1" dirty="0">
                <a:solidFill>
                  <a:srgbClr val="1F2937"/>
                </a:solidFill>
                <a:latin typeface="Cambria"/>
              </a:rPr>
              <a:t>P</a:t>
            </a:r>
            <a:r>
              <a:rPr sz="8800" b="0" i="1" baseline="-25000" dirty="0">
                <a:solidFill>
                  <a:srgbClr val="1F2937"/>
                </a:solidFill>
                <a:latin typeface="Cambria"/>
              </a:rPr>
              <a:t>T</a:t>
            </a:r>
            <a:r>
              <a:rPr sz="8800" b="0" i="0" dirty="0">
                <a:solidFill>
                  <a:srgbClr val="1F2937"/>
                </a:solidFill>
                <a:latin typeface="Cambria"/>
              </a:rPr>
              <a:t>)  +  </a:t>
            </a:r>
            <a:r>
              <a:rPr sz="8800" b="0" i="0" dirty="0" err="1">
                <a:solidFill>
                  <a:srgbClr val="1F2937"/>
                </a:solidFill>
                <a:latin typeface="Cambria"/>
              </a:rPr>
              <a:t>λ</a:t>
            </a:r>
            <a:r>
              <a:rPr sz="8800" b="0" i="0" dirty="0">
                <a:solidFill>
                  <a:srgbClr val="1F2937"/>
                </a:solidFill>
                <a:latin typeface="Cambria"/>
              </a:rPr>
              <a:t> </a:t>
            </a:r>
            <a:r>
              <a:rPr sz="8800" b="0" i="1" dirty="0">
                <a:solidFill>
                  <a:srgbClr val="1F2937"/>
                </a:solidFill>
                <a:latin typeface="Cambria"/>
              </a:rPr>
              <a:t>R</a:t>
            </a:r>
            <a:r>
              <a:rPr sz="8800" b="0" i="0" dirty="0">
                <a:solidFill>
                  <a:srgbClr val="1F2937"/>
                </a:solidFill>
                <a:latin typeface="Cambria"/>
              </a:rPr>
              <a:t>(</a:t>
            </a:r>
            <a:r>
              <a:rPr sz="8800" b="0" i="1" dirty="0">
                <a:solidFill>
                  <a:srgbClr val="1F2937"/>
                </a:solidFill>
                <a:latin typeface="Cambria"/>
              </a:rPr>
              <a:t>u</a:t>
            </a:r>
            <a:r>
              <a:rPr sz="8800" b="0" i="0" dirty="0">
                <a:solidFill>
                  <a:srgbClr val="1F2937"/>
                </a:solidFill>
                <a:latin typeface="Cambria"/>
              </a:rPr>
              <a:t>)  ]</a:t>
            </a:r>
            <a:endParaRPr lang="en-US" sz="8800" b="0" i="0" dirty="0">
              <a:solidFill>
                <a:srgbClr val="1F2937"/>
              </a:solidFill>
              <a:latin typeface="Cambria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BF9DE8F8-E018-8748-29D1-84C82DD4CF74}"/>
              </a:ext>
            </a:extLst>
          </p:cNvPr>
          <p:cNvSpPr txBox="1"/>
          <p:nvPr/>
        </p:nvSpPr>
        <p:spPr>
          <a:xfrm>
            <a:off x="457200" y="11984180"/>
            <a:ext cx="8458200" cy="3820886"/>
          </a:xfrm>
          <a:prstGeom prst="rect">
            <a:avLst/>
          </a:prstGeom>
          <a:solidFill>
            <a:srgbClr val="F8FAFC"/>
          </a:solidFill>
          <a:ln w="38100">
            <a:solidFill>
              <a:srgbClr val="2D6CDF"/>
            </a:solidFill>
          </a:ln>
        </p:spPr>
        <p:txBody>
          <a:bodyPr wrap="square" lIns="228600" tIns="109728" rIns="182880" bIns="91440">
            <a:spAutoFit/>
          </a:bodyPr>
          <a:lstStyle/>
          <a:p>
            <a:pPr algn="l"/>
            <a:r>
              <a:rPr sz="4600" b="1" i="0" dirty="0">
                <a:solidFill>
                  <a:srgbClr val="2D6CDF"/>
                </a:solidFill>
                <a:latin typeface="Calibri"/>
              </a:rPr>
              <a:t>(A) Pluripotency induction</a:t>
            </a:r>
          </a:p>
          <a:p>
            <a:pPr algn="l">
              <a:spcBef>
                <a:spcPts val="600"/>
              </a:spcBef>
            </a:pPr>
            <a:r>
              <a:rPr sz="3400" b="1" i="1" dirty="0">
                <a:solidFill>
                  <a:srgbClr val="1F2937"/>
                </a:solidFill>
                <a:latin typeface="Cambria"/>
              </a:rPr>
              <a:t>P</a:t>
            </a:r>
            <a:r>
              <a:rPr sz="3400" b="1" i="1" baseline="-25000" dirty="0">
                <a:solidFill>
                  <a:srgbClr val="1F2937"/>
                </a:solidFill>
                <a:latin typeface="Cambria"/>
              </a:rPr>
              <a:t>S</a:t>
            </a:r>
            <a:r>
              <a:rPr sz="3400" b="0" i="0" dirty="0">
                <a:solidFill>
                  <a:srgbClr val="1F2937"/>
                </a:solidFill>
                <a:latin typeface="Calibri"/>
              </a:rPr>
              <a:t> :  somatic basin (e.g., fibroblast)</a:t>
            </a:r>
          </a:p>
          <a:p>
            <a:pPr algn="l">
              <a:spcBef>
                <a:spcPts val="600"/>
              </a:spcBef>
            </a:pPr>
            <a:r>
              <a:rPr sz="3400" b="1" i="1" dirty="0">
                <a:solidFill>
                  <a:srgbClr val="1F2937"/>
                </a:solidFill>
                <a:latin typeface="Cambria"/>
              </a:rPr>
              <a:t>P</a:t>
            </a:r>
            <a:r>
              <a:rPr sz="3400" b="1" i="1" baseline="-25000" dirty="0">
                <a:solidFill>
                  <a:srgbClr val="1F2937"/>
                </a:solidFill>
                <a:latin typeface="Cambria"/>
              </a:rPr>
              <a:t>T</a:t>
            </a:r>
            <a:r>
              <a:rPr sz="3400" b="0" i="0" dirty="0">
                <a:solidFill>
                  <a:srgbClr val="1F2937"/>
                </a:solidFill>
                <a:latin typeface="Calibri"/>
              </a:rPr>
              <a:t> :  pluripotent attractor</a:t>
            </a:r>
          </a:p>
          <a:p>
            <a:pPr algn="l">
              <a:spcBef>
                <a:spcPts val="600"/>
              </a:spcBef>
            </a:pPr>
            <a:r>
              <a:rPr sz="3400" b="1" i="0" dirty="0">
                <a:solidFill>
                  <a:srgbClr val="1F2937"/>
                </a:solidFill>
                <a:latin typeface="Cambria"/>
              </a:rPr>
              <a:t>𝒰</a:t>
            </a:r>
            <a:r>
              <a:rPr sz="3400" b="0" i="0" dirty="0">
                <a:solidFill>
                  <a:srgbClr val="1F2937"/>
                </a:solidFill>
                <a:latin typeface="Calibri"/>
              </a:rPr>
              <a:t> :  TF reset cocktails (e.g., OSKM)</a:t>
            </a:r>
          </a:p>
          <a:p>
            <a:pPr algn="l">
              <a:spcBef>
                <a:spcPts val="600"/>
              </a:spcBef>
            </a:pPr>
            <a:r>
              <a:rPr sz="3400" b="1" i="1" dirty="0">
                <a:solidFill>
                  <a:srgbClr val="1F2937"/>
                </a:solidFill>
                <a:latin typeface="Cambria"/>
              </a:rPr>
              <a:t>R</a:t>
            </a:r>
            <a:r>
              <a:rPr sz="3400" b="0" i="0" dirty="0">
                <a:solidFill>
                  <a:srgbClr val="1F2937"/>
                </a:solidFill>
                <a:latin typeface="Cambria"/>
              </a:rPr>
              <a:t>(</a:t>
            </a:r>
            <a:r>
              <a:rPr sz="3400" b="0" i="1" dirty="0">
                <a:solidFill>
                  <a:srgbClr val="1F2937"/>
                </a:solidFill>
                <a:latin typeface="Cambria"/>
              </a:rPr>
              <a:t>u</a:t>
            </a:r>
            <a:r>
              <a:rPr sz="3400" b="0" i="0" dirty="0">
                <a:solidFill>
                  <a:srgbClr val="1F2937"/>
                </a:solidFill>
                <a:latin typeface="Cambria"/>
              </a:rPr>
              <a:t>)</a:t>
            </a:r>
            <a:r>
              <a:rPr sz="3400" b="0" i="0" dirty="0">
                <a:solidFill>
                  <a:srgbClr val="1F2937"/>
                </a:solidFill>
                <a:latin typeface="Calibri"/>
              </a:rPr>
              <a:t> :  avoid tumorigenicity, avoid partial reset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EC4E8CC1-9648-F42B-2B36-AABCBF8AD1F3}"/>
              </a:ext>
            </a:extLst>
          </p:cNvPr>
          <p:cNvSpPr txBox="1"/>
          <p:nvPr/>
        </p:nvSpPr>
        <p:spPr>
          <a:xfrm>
            <a:off x="9646920" y="11984179"/>
            <a:ext cx="8138161" cy="3911840"/>
          </a:xfrm>
          <a:prstGeom prst="rect">
            <a:avLst/>
          </a:prstGeom>
          <a:solidFill>
            <a:srgbClr val="F8FAFC"/>
          </a:solidFill>
          <a:ln w="38100">
            <a:solidFill>
              <a:srgbClr val="1B9E77"/>
            </a:solidFill>
          </a:ln>
        </p:spPr>
        <p:txBody>
          <a:bodyPr wrap="square" lIns="228600" tIns="109728" rIns="182880" bIns="91440">
            <a:spAutoFit/>
          </a:bodyPr>
          <a:lstStyle/>
          <a:p>
            <a:pPr algn="l"/>
            <a:r>
              <a:rPr sz="4600" b="1" i="0" dirty="0">
                <a:solidFill>
                  <a:srgbClr val="1B9E77"/>
                </a:solidFill>
                <a:latin typeface="Calibri"/>
              </a:rPr>
              <a:t>(B) Directed differentiation</a:t>
            </a:r>
          </a:p>
          <a:p>
            <a:pPr algn="l">
              <a:spcBef>
                <a:spcPts val="600"/>
              </a:spcBef>
            </a:pPr>
            <a:r>
              <a:rPr sz="3400" b="1" i="1" dirty="0">
                <a:solidFill>
                  <a:srgbClr val="1F2937"/>
                </a:solidFill>
                <a:latin typeface="Cambria"/>
              </a:rPr>
              <a:t>P</a:t>
            </a:r>
            <a:r>
              <a:rPr sz="3400" b="1" i="1" baseline="-25000" dirty="0">
                <a:solidFill>
                  <a:srgbClr val="1F2937"/>
                </a:solidFill>
                <a:latin typeface="Cambria"/>
              </a:rPr>
              <a:t>S</a:t>
            </a:r>
            <a:r>
              <a:rPr sz="3400" b="0" i="0" dirty="0">
                <a:solidFill>
                  <a:srgbClr val="1F2937"/>
                </a:solidFill>
                <a:latin typeface="Calibri"/>
              </a:rPr>
              <a:t> :  pluripotent or progenitor</a:t>
            </a:r>
          </a:p>
          <a:p>
            <a:pPr algn="l">
              <a:spcBef>
                <a:spcPts val="600"/>
              </a:spcBef>
            </a:pPr>
            <a:r>
              <a:rPr sz="3400" b="1" i="1" dirty="0">
                <a:solidFill>
                  <a:srgbClr val="1F2937"/>
                </a:solidFill>
                <a:latin typeface="Cambria"/>
              </a:rPr>
              <a:t>P</a:t>
            </a:r>
            <a:r>
              <a:rPr sz="3400" b="1" i="1" baseline="-25000" dirty="0">
                <a:solidFill>
                  <a:srgbClr val="1F2937"/>
                </a:solidFill>
                <a:latin typeface="Cambria"/>
              </a:rPr>
              <a:t>T</a:t>
            </a:r>
            <a:r>
              <a:rPr sz="3400" b="0" i="0" dirty="0">
                <a:solidFill>
                  <a:srgbClr val="1F2937"/>
                </a:solidFill>
                <a:latin typeface="Calibri"/>
              </a:rPr>
              <a:t> :  lineage endpoint</a:t>
            </a:r>
          </a:p>
          <a:p>
            <a:pPr algn="l">
              <a:spcBef>
                <a:spcPts val="600"/>
              </a:spcBef>
            </a:pPr>
            <a:r>
              <a:rPr sz="3400" b="1" i="0" dirty="0">
                <a:solidFill>
                  <a:srgbClr val="1F2937"/>
                </a:solidFill>
                <a:latin typeface="Cambria"/>
              </a:rPr>
              <a:t>𝒰</a:t>
            </a:r>
            <a:r>
              <a:rPr sz="3400" b="0" i="0" dirty="0">
                <a:solidFill>
                  <a:srgbClr val="1F2937"/>
                </a:solidFill>
                <a:latin typeface="Calibri"/>
              </a:rPr>
              <a:t> :  signaling cues, schedules</a:t>
            </a:r>
          </a:p>
          <a:p>
            <a:pPr algn="l">
              <a:spcBef>
                <a:spcPts val="600"/>
              </a:spcBef>
            </a:pPr>
            <a:r>
              <a:rPr sz="3400" b="1" i="1" dirty="0">
                <a:solidFill>
                  <a:srgbClr val="1F2937"/>
                </a:solidFill>
                <a:latin typeface="Cambria"/>
              </a:rPr>
              <a:t>R</a:t>
            </a:r>
            <a:r>
              <a:rPr sz="3400" b="0" i="0" dirty="0">
                <a:solidFill>
                  <a:srgbClr val="1F2937"/>
                </a:solidFill>
                <a:latin typeface="Cambria"/>
              </a:rPr>
              <a:t>(</a:t>
            </a:r>
            <a:r>
              <a:rPr sz="3400" b="0" i="1" dirty="0">
                <a:solidFill>
                  <a:srgbClr val="1F2937"/>
                </a:solidFill>
                <a:latin typeface="Cambria"/>
              </a:rPr>
              <a:t>u</a:t>
            </a:r>
            <a:r>
              <a:rPr sz="3400" b="0" i="0" dirty="0">
                <a:solidFill>
                  <a:srgbClr val="1F2937"/>
                </a:solidFill>
                <a:latin typeface="Cambria"/>
              </a:rPr>
              <a:t>)</a:t>
            </a:r>
            <a:r>
              <a:rPr sz="3400" b="0" i="0" dirty="0">
                <a:solidFill>
                  <a:srgbClr val="1F2937"/>
                </a:solidFill>
                <a:latin typeface="Calibri"/>
              </a:rPr>
              <a:t> :  branch and timing fidelity</a:t>
            </a:r>
            <a:endParaRPr lang="en-US" sz="3400" b="0" i="0" dirty="0">
              <a:solidFill>
                <a:srgbClr val="1F2937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endParaRPr sz="3400" b="0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D34B24C2-A3AC-6F19-3B1B-A68FA8FFF444}"/>
              </a:ext>
            </a:extLst>
          </p:cNvPr>
          <p:cNvSpPr txBox="1"/>
          <p:nvPr/>
        </p:nvSpPr>
        <p:spPr>
          <a:xfrm>
            <a:off x="18790920" y="11984179"/>
            <a:ext cx="8138161" cy="3820885"/>
          </a:xfrm>
          <a:prstGeom prst="rect">
            <a:avLst/>
          </a:prstGeom>
          <a:solidFill>
            <a:srgbClr val="F8FAFC"/>
          </a:solidFill>
          <a:ln w="38100">
            <a:solidFill>
              <a:srgbClr val="F28E2B"/>
            </a:solidFill>
          </a:ln>
        </p:spPr>
        <p:txBody>
          <a:bodyPr wrap="square" lIns="228600" tIns="109728" rIns="182880" bIns="91440">
            <a:spAutoFit/>
          </a:bodyPr>
          <a:lstStyle/>
          <a:p>
            <a:pPr algn="l"/>
            <a:r>
              <a:rPr sz="4600" b="1" i="0" dirty="0">
                <a:solidFill>
                  <a:srgbClr val="F28E2B"/>
                </a:solidFill>
                <a:latin typeface="Calibri"/>
              </a:rPr>
              <a:t>(C) Transdifferentiation</a:t>
            </a:r>
          </a:p>
          <a:p>
            <a:pPr algn="l">
              <a:spcBef>
                <a:spcPts val="600"/>
              </a:spcBef>
            </a:pPr>
            <a:r>
              <a:rPr sz="3400" b="1" i="1" dirty="0">
                <a:solidFill>
                  <a:srgbClr val="1F2937"/>
                </a:solidFill>
                <a:latin typeface="Cambria"/>
              </a:rPr>
              <a:t>P</a:t>
            </a:r>
            <a:r>
              <a:rPr sz="3400" b="1" i="1" baseline="-25000" dirty="0">
                <a:solidFill>
                  <a:srgbClr val="1F2937"/>
                </a:solidFill>
                <a:latin typeface="Cambria"/>
              </a:rPr>
              <a:t>S</a:t>
            </a:r>
            <a:r>
              <a:rPr sz="3400" b="0" i="0" dirty="0">
                <a:solidFill>
                  <a:srgbClr val="1F2937"/>
                </a:solidFill>
                <a:latin typeface="Calibri"/>
              </a:rPr>
              <a:t> :  lineage A</a:t>
            </a:r>
          </a:p>
          <a:p>
            <a:pPr algn="l">
              <a:spcBef>
                <a:spcPts val="600"/>
              </a:spcBef>
            </a:pPr>
            <a:r>
              <a:rPr sz="3400" b="1" i="1" dirty="0">
                <a:solidFill>
                  <a:srgbClr val="1F2937"/>
                </a:solidFill>
                <a:latin typeface="Cambria"/>
              </a:rPr>
              <a:t>P</a:t>
            </a:r>
            <a:r>
              <a:rPr sz="3400" b="1" i="1" baseline="-25000" dirty="0">
                <a:solidFill>
                  <a:srgbClr val="1F2937"/>
                </a:solidFill>
                <a:latin typeface="Cambria"/>
              </a:rPr>
              <a:t>T</a:t>
            </a:r>
            <a:r>
              <a:rPr sz="3400" b="0" i="0" dirty="0">
                <a:solidFill>
                  <a:srgbClr val="1F2937"/>
                </a:solidFill>
                <a:latin typeface="Calibri"/>
              </a:rPr>
              <a:t> :  lineage B</a:t>
            </a:r>
          </a:p>
          <a:p>
            <a:pPr algn="l">
              <a:spcBef>
                <a:spcPts val="600"/>
              </a:spcBef>
            </a:pPr>
            <a:r>
              <a:rPr sz="3400" b="1" i="0" dirty="0">
                <a:solidFill>
                  <a:srgbClr val="1F2937"/>
                </a:solidFill>
                <a:latin typeface="Cambria"/>
              </a:rPr>
              <a:t>𝒰</a:t>
            </a:r>
            <a:r>
              <a:rPr sz="3400" b="0" i="0" dirty="0">
                <a:solidFill>
                  <a:srgbClr val="1F2937"/>
                </a:solidFill>
                <a:latin typeface="Calibri"/>
              </a:rPr>
              <a:t> :  TFs, pioneer factors</a:t>
            </a:r>
          </a:p>
          <a:p>
            <a:pPr algn="l">
              <a:spcBef>
                <a:spcPts val="600"/>
              </a:spcBef>
            </a:pPr>
            <a:r>
              <a:rPr sz="3400" b="1" i="1" dirty="0">
                <a:solidFill>
                  <a:srgbClr val="1F2937"/>
                </a:solidFill>
                <a:latin typeface="Cambria"/>
              </a:rPr>
              <a:t>R</a:t>
            </a:r>
            <a:r>
              <a:rPr sz="3400" b="0" i="0" dirty="0">
                <a:solidFill>
                  <a:srgbClr val="1F2937"/>
                </a:solidFill>
                <a:latin typeface="Cambria"/>
              </a:rPr>
              <a:t>(</a:t>
            </a:r>
            <a:r>
              <a:rPr sz="3400" b="0" i="1" dirty="0">
                <a:solidFill>
                  <a:srgbClr val="1F2937"/>
                </a:solidFill>
                <a:latin typeface="Cambria"/>
              </a:rPr>
              <a:t>u</a:t>
            </a:r>
            <a:r>
              <a:rPr sz="3400" b="0" i="0" dirty="0">
                <a:solidFill>
                  <a:srgbClr val="1F2937"/>
                </a:solidFill>
                <a:latin typeface="Cambria"/>
              </a:rPr>
              <a:t>)</a:t>
            </a:r>
            <a:r>
              <a:rPr sz="3400" b="0" i="0" dirty="0">
                <a:solidFill>
                  <a:srgbClr val="1F2937"/>
                </a:solidFill>
                <a:latin typeface="Calibri"/>
              </a:rPr>
              <a:t> :  chromatin opening, avoid hybrid states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A816F930-55BE-F586-DDA4-BF4FA9D685FF}"/>
              </a:ext>
            </a:extLst>
          </p:cNvPr>
          <p:cNvSpPr txBox="1"/>
          <p:nvPr/>
        </p:nvSpPr>
        <p:spPr>
          <a:xfrm>
            <a:off x="27843480" y="11984180"/>
            <a:ext cx="8138161" cy="3911840"/>
          </a:xfrm>
          <a:prstGeom prst="rect">
            <a:avLst/>
          </a:prstGeom>
          <a:solidFill>
            <a:srgbClr val="F8FAFC"/>
          </a:solidFill>
          <a:ln w="38100">
            <a:solidFill>
              <a:srgbClr val="8B5CF6"/>
            </a:solidFill>
          </a:ln>
        </p:spPr>
        <p:txBody>
          <a:bodyPr wrap="square" lIns="228600" tIns="109728" rIns="182880" bIns="91440">
            <a:spAutoFit/>
          </a:bodyPr>
          <a:lstStyle/>
          <a:p>
            <a:pPr algn="l"/>
            <a:r>
              <a:rPr sz="4600" b="1" i="0" dirty="0">
                <a:solidFill>
                  <a:srgbClr val="8B5CF6"/>
                </a:solidFill>
                <a:latin typeface="Calibri"/>
              </a:rPr>
              <a:t>(D) Phenotype reprogramming</a:t>
            </a:r>
          </a:p>
          <a:p>
            <a:pPr algn="l">
              <a:spcBef>
                <a:spcPts val="600"/>
              </a:spcBef>
            </a:pPr>
            <a:r>
              <a:rPr sz="3400" b="1" i="1" dirty="0">
                <a:solidFill>
                  <a:srgbClr val="1F2937"/>
                </a:solidFill>
                <a:latin typeface="Cambria"/>
              </a:rPr>
              <a:t>P</a:t>
            </a:r>
            <a:r>
              <a:rPr sz="3400" b="1" i="1" baseline="-25000" dirty="0">
                <a:solidFill>
                  <a:srgbClr val="1F2937"/>
                </a:solidFill>
                <a:latin typeface="Cambria"/>
              </a:rPr>
              <a:t>S</a:t>
            </a:r>
            <a:r>
              <a:rPr sz="3400" b="0" i="0" dirty="0">
                <a:solidFill>
                  <a:srgbClr val="1F2937"/>
                </a:solidFill>
                <a:latin typeface="Calibri"/>
              </a:rPr>
              <a:t> :  same lineage, dysfunctional</a:t>
            </a:r>
          </a:p>
          <a:p>
            <a:pPr algn="l">
              <a:spcBef>
                <a:spcPts val="600"/>
              </a:spcBef>
            </a:pPr>
            <a:r>
              <a:rPr sz="3400" b="1" i="1" dirty="0">
                <a:solidFill>
                  <a:srgbClr val="1F2937"/>
                </a:solidFill>
                <a:latin typeface="Cambria"/>
              </a:rPr>
              <a:t>P</a:t>
            </a:r>
            <a:r>
              <a:rPr sz="3400" b="1" i="1" baseline="-25000" dirty="0">
                <a:solidFill>
                  <a:srgbClr val="1F2937"/>
                </a:solidFill>
                <a:latin typeface="Cambria"/>
              </a:rPr>
              <a:t>T</a:t>
            </a:r>
            <a:r>
              <a:rPr sz="3400" b="0" i="0" dirty="0">
                <a:solidFill>
                  <a:srgbClr val="1F2937"/>
                </a:solidFill>
                <a:latin typeface="Calibri"/>
              </a:rPr>
              <a:t> :  same lineage, functional</a:t>
            </a:r>
          </a:p>
          <a:p>
            <a:pPr algn="l">
              <a:spcBef>
                <a:spcPts val="600"/>
              </a:spcBef>
            </a:pPr>
            <a:r>
              <a:rPr sz="3400" b="1" i="0" dirty="0">
                <a:solidFill>
                  <a:srgbClr val="1F2937"/>
                </a:solidFill>
                <a:latin typeface="Cambria"/>
              </a:rPr>
              <a:t>𝒰</a:t>
            </a:r>
            <a:r>
              <a:rPr sz="3400" b="0" i="0" dirty="0">
                <a:solidFill>
                  <a:srgbClr val="1F2937"/>
                </a:solidFill>
                <a:latin typeface="Calibri"/>
              </a:rPr>
              <a:t> :  TFs, small molecules, niche cues</a:t>
            </a:r>
          </a:p>
          <a:p>
            <a:pPr algn="l">
              <a:spcBef>
                <a:spcPts val="600"/>
              </a:spcBef>
            </a:pPr>
            <a:r>
              <a:rPr sz="3400" b="1" i="1" dirty="0">
                <a:solidFill>
                  <a:srgbClr val="1F2937"/>
                </a:solidFill>
                <a:latin typeface="Cambria"/>
              </a:rPr>
              <a:t>R</a:t>
            </a:r>
            <a:r>
              <a:rPr sz="3400" b="0" i="0" dirty="0">
                <a:solidFill>
                  <a:srgbClr val="1F2937"/>
                </a:solidFill>
                <a:latin typeface="Cambria"/>
              </a:rPr>
              <a:t>(</a:t>
            </a:r>
            <a:r>
              <a:rPr sz="3400" b="0" i="1" dirty="0">
                <a:solidFill>
                  <a:srgbClr val="1F2937"/>
                </a:solidFill>
                <a:latin typeface="Cambria"/>
              </a:rPr>
              <a:t>u</a:t>
            </a:r>
            <a:r>
              <a:rPr sz="3400" b="0" i="0" dirty="0">
                <a:solidFill>
                  <a:srgbClr val="1F2937"/>
                </a:solidFill>
                <a:latin typeface="Cambria"/>
              </a:rPr>
              <a:t>)</a:t>
            </a:r>
            <a:r>
              <a:rPr sz="3400" b="0" i="0" dirty="0">
                <a:solidFill>
                  <a:srgbClr val="1F2937"/>
                </a:solidFill>
                <a:latin typeface="Calibri"/>
              </a:rPr>
              <a:t> :  preserve lineage identity</a:t>
            </a:r>
            <a:endParaRPr lang="en-US" sz="3400" b="0" i="0" dirty="0">
              <a:solidFill>
                <a:srgbClr val="1F2937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endParaRPr sz="3400" b="0" i="0" dirty="0">
              <a:solidFill>
                <a:srgbClr val="1F2937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5444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246</Words>
  <Application>Microsoft Macintosh PowerPoint</Application>
  <PresentationFormat>Custom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Cambria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Paola Vera</dc:creator>
  <cp:lastModifiedBy>Paola Vera</cp:lastModifiedBy>
  <cp:revision>16</cp:revision>
  <dcterms:created xsi:type="dcterms:W3CDTF">2026-04-09T16:07:57Z</dcterms:created>
  <dcterms:modified xsi:type="dcterms:W3CDTF">2026-06-02T19:31:43Z</dcterms:modified>
</cp:coreProperties>
</file>